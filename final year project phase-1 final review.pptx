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7" r:id="rId18"/>
    <p:sldId id="273" r:id="rId19"/>
    <p:sldId id="274" r:id="rId20"/>
    <p:sldId id="275" r:id="rId21"/>
    <p:sldId id="276" r:id="rId22"/>
    <p:sldId id="278" r:id="rId23"/>
    <p:sldId id="26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HRuM5+AZda3hs1DuqYGDlaFlWO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FA0E94-7BFB-4BFC-9760-BA93556E4F2E}" v="54" dt="2025-11-27T13:46:35.405"/>
  </p1510:revLst>
</p1510:revInfo>
</file>

<file path=ppt/tableStyles.xml><?xml version="1.0" encoding="utf-8"?>
<a:tblStyleLst xmlns:a="http://schemas.openxmlformats.org/drawingml/2006/main" def="{5BCCA2ED-61F4-46AA-9B53-6E62A283E16F}">
  <a:tblStyle styleId="{5BCCA2ED-61F4-46AA-9B53-6E62A283E16F}" styleName="Table_0">
    <a:wholeTbl>
      <a:tcTxStyle b="off" i="off">
        <a:font>
          <a:latin typeface="Verdana"/>
          <a:ea typeface="Verdana"/>
          <a:cs typeface="Verdan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F2F4"/>
          </a:solidFill>
        </a:fill>
      </a:tcStyle>
    </a:wholeTbl>
    <a:band1H>
      <a:tcTxStyle/>
      <a:tcStyle>
        <a:tcBdr/>
        <a:fill>
          <a:solidFill>
            <a:srgbClr val="E0E4E9"/>
          </a:solidFill>
        </a:fill>
      </a:tcStyle>
    </a:band1H>
    <a:band2H>
      <a:tcTxStyle/>
      <a:tcStyle>
        <a:tcBdr/>
      </a:tcStyle>
    </a:band2H>
    <a:band1V>
      <a:tcTxStyle/>
      <a:tcStyle>
        <a:tcBdr/>
        <a:fill>
          <a:solidFill>
            <a:srgbClr val="E0E4E9"/>
          </a:solidFill>
        </a:fill>
      </a:tcStyle>
    </a:band1V>
    <a:band2V>
      <a:tcTxStyle/>
      <a:tcStyle>
        <a:tcBdr/>
      </a:tcStyle>
    </a:band2V>
    <a:lastCol>
      <a:tcTxStyle b="on" i="off">
        <a:font>
          <a:latin typeface="Verdana"/>
          <a:ea typeface="Verdana"/>
          <a:cs typeface="Verdana"/>
        </a:font>
        <a:schemeClr val="lt1"/>
      </a:tcTxStyle>
      <a:tcStyle>
        <a:tcBdr/>
        <a:fill>
          <a:solidFill>
            <a:schemeClr val="accent1"/>
          </a:solidFill>
        </a:fill>
      </a:tcStyle>
    </a:lastCol>
    <a:firstCol>
      <a:tcTxStyle b="on" i="off">
        <a:font>
          <a:latin typeface="Verdana"/>
          <a:ea typeface="Verdana"/>
          <a:cs typeface="Verdana"/>
        </a:font>
        <a:schemeClr val="lt1"/>
      </a:tcTxStyle>
      <a:tcStyle>
        <a:tcBdr/>
        <a:fill>
          <a:solidFill>
            <a:schemeClr val="accent1"/>
          </a:solidFill>
        </a:fill>
      </a:tcStyle>
    </a:firstCol>
    <a:lastRow>
      <a:tcTxStyle b="on" i="off">
        <a:font>
          <a:latin typeface="Verdana"/>
          <a:ea typeface="Verdana"/>
          <a:cs typeface="Verdan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Verdana"/>
          <a:ea typeface="Verdana"/>
          <a:cs typeface="Verdan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53" y="8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vin Jeno S" userId="eb09960b81b257a9" providerId="LiveId" clId="{C3D08C29-1AA1-4F35-91DE-2DEC5D185094}"/>
    <pc:docChg chg="undo redo custSel addSld delSld modSld">
      <pc:chgData name="Novin Jeno S" userId="eb09960b81b257a9" providerId="LiveId" clId="{C3D08C29-1AA1-4F35-91DE-2DEC5D185094}" dt="2025-11-27T13:49:02.498" v="806" actId="20577"/>
      <pc:docMkLst>
        <pc:docMk/>
      </pc:docMkLst>
      <pc:sldChg chg="modSp mod">
        <pc:chgData name="Novin Jeno S" userId="eb09960b81b257a9" providerId="LiveId" clId="{C3D08C29-1AA1-4F35-91DE-2DEC5D185094}" dt="2025-11-27T13:46:35.405" v="795"/>
        <pc:sldMkLst>
          <pc:docMk/>
          <pc:sldMk cId="0" sldId="256"/>
        </pc:sldMkLst>
        <pc:spChg chg="mod">
          <ac:chgData name="Novin Jeno S" userId="eb09960b81b257a9" providerId="LiveId" clId="{C3D08C29-1AA1-4F35-91DE-2DEC5D185094}" dt="2025-11-27T13:46:18.579" v="792" actId="20577"/>
          <ac:spMkLst>
            <pc:docMk/>
            <pc:sldMk cId="0" sldId="256"/>
            <ac:spMk id="92" creationId="{00000000-0000-0000-0000-000000000000}"/>
          </ac:spMkLst>
        </pc:spChg>
        <pc:spChg chg="mod">
          <ac:chgData name="Novin Jeno S" userId="eb09960b81b257a9" providerId="LiveId" clId="{C3D08C29-1AA1-4F35-91DE-2DEC5D185094}" dt="2025-11-27T13:46:35.405" v="795"/>
          <ac:spMkLst>
            <pc:docMk/>
            <pc:sldMk cId="0" sldId="256"/>
            <ac:spMk id="94" creationId="{00000000-0000-0000-0000-000000000000}"/>
          </ac:spMkLst>
        </pc:spChg>
      </pc:sldChg>
      <pc:sldChg chg="addSp modSp new mod">
        <pc:chgData name="Novin Jeno S" userId="eb09960b81b257a9" providerId="LiveId" clId="{C3D08C29-1AA1-4F35-91DE-2DEC5D185094}" dt="2025-11-27T13:47:56.286" v="798" actId="255"/>
        <pc:sldMkLst>
          <pc:docMk/>
          <pc:sldMk cId="260903883" sldId="266"/>
        </pc:sldMkLst>
        <pc:spChg chg="mod">
          <ac:chgData name="Novin Jeno S" userId="eb09960b81b257a9" providerId="LiveId" clId="{C3D08C29-1AA1-4F35-91DE-2DEC5D185094}" dt="2025-11-27T13:02:20.125" v="451" actId="20577"/>
          <ac:spMkLst>
            <pc:docMk/>
            <pc:sldMk cId="260903883" sldId="266"/>
            <ac:spMk id="2" creationId="{A21C4436-1CE0-ECAF-7D58-6638B9716398}"/>
          </ac:spMkLst>
        </pc:spChg>
        <pc:spChg chg="mod">
          <ac:chgData name="Novin Jeno S" userId="eb09960b81b257a9" providerId="LiveId" clId="{C3D08C29-1AA1-4F35-91DE-2DEC5D185094}" dt="2025-11-27T13:29:46.972" v="725" actId="5793"/>
          <ac:spMkLst>
            <pc:docMk/>
            <pc:sldMk cId="260903883" sldId="266"/>
            <ac:spMk id="3" creationId="{8D196E8F-0EA1-736F-7508-A27FE3B0CB62}"/>
          </ac:spMkLst>
        </pc:spChg>
        <pc:graphicFrameChg chg="add mod modGraphic">
          <ac:chgData name="Novin Jeno S" userId="eb09960b81b257a9" providerId="LiveId" clId="{C3D08C29-1AA1-4F35-91DE-2DEC5D185094}" dt="2025-11-27T13:47:56.286" v="798" actId="255"/>
          <ac:graphicFrameMkLst>
            <pc:docMk/>
            <pc:sldMk cId="260903883" sldId="266"/>
            <ac:graphicFrameMk id="5" creationId="{BAFBDD88-5C62-B346-B4A3-AE290F93DDD0}"/>
          </ac:graphicFrameMkLst>
        </pc:graphicFrameChg>
      </pc:sldChg>
      <pc:sldChg chg="addSp delSp modSp new mod">
        <pc:chgData name="Novin Jeno S" userId="eb09960b81b257a9" providerId="LiveId" clId="{C3D08C29-1AA1-4F35-91DE-2DEC5D185094}" dt="2025-11-27T13:42:51.166" v="780" actId="14100"/>
        <pc:sldMkLst>
          <pc:docMk/>
          <pc:sldMk cId="3424165893" sldId="267"/>
        </pc:sldMkLst>
        <pc:spChg chg="mod">
          <ac:chgData name="Novin Jeno S" userId="eb09960b81b257a9" providerId="LiveId" clId="{C3D08C29-1AA1-4F35-91DE-2DEC5D185094}" dt="2025-11-27T13:02:56.773" v="473" actId="20577"/>
          <ac:spMkLst>
            <pc:docMk/>
            <pc:sldMk cId="3424165893" sldId="267"/>
            <ac:spMk id="2" creationId="{AAAB74CB-9BED-E8F5-331E-D8E476AC9079}"/>
          </ac:spMkLst>
        </pc:spChg>
        <pc:picChg chg="add del mod">
          <ac:chgData name="Novin Jeno S" userId="eb09960b81b257a9" providerId="LiveId" clId="{C3D08C29-1AA1-4F35-91DE-2DEC5D185094}" dt="2025-11-27T13:37:32.857" v="772" actId="478"/>
          <ac:picMkLst>
            <pc:docMk/>
            <pc:sldMk cId="3424165893" sldId="267"/>
            <ac:picMk id="6" creationId="{16FC5A0F-0357-CED8-5B5C-DC238DC31E10}"/>
          </ac:picMkLst>
        </pc:picChg>
        <pc:picChg chg="add mod">
          <ac:chgData name="Novin Jeno S" userId="eb09960b81b257a9" providerId="LiveId" clId="{C3D08C29-1AA1-4F35-91DE-2DEC5D185094}" dt="2025-11-27T13:42:51.166" v="780" actId="14100"/>
          <ac:picMkLst>
            <pc:docMk/>
            <pc:sldMk cId="3424165893" sldId="267"/>
            <ac:picMk id="8" creationId="{22E8F915-CC91-4B24-E076-AF27829702FA}"/>
          </ac:picMkLst>
        </pc:picChg>
      </pc:sldChg>
      <pc:sldChg chg="addSp modSp new mod">
        <pc:chgData name="Novin Jeno S" userId="eb09960b81b257a9" providerId="LiveId" clId="{C3D08C29-1AA1-4F35-91DE-2DEC5D185094}" dt="2025-11-27T13:44:08.273" v="787" actId="14100"/>
        <pc:sldMkLst>
          <pc:docMk/>
          <pc:sldMk cId="323166011" sldId="268"/>
        </pc:sldMkLst>
        <pc:spChg chg="mod">
          <ac:chgData name="Novin Jeno S" userId="eb09960b81b257a9" providerId="LiveId" clId="{C3D08C29-1AA1-4F35-91DE-2DEC5D185094}" dt="2025-11-27T13:03:21.598" v="495" actId="20577"/>
          <ac:spMkLst>
            <pc:docMk/>
            <pc:sldMk cId="323166011" sldId="268"/>
            <ac:spMk id="2" creationId="{CE74759F-94C7-F660-85FB-0B9790988647}"/>
          </ac:spMkLst>
        </pc:spChg>
        <pc:picChg chg="add mod">
          <ac:chgData name="Novin Jeno S" userId="eb09960b81b257a9" providerId="LiveId" clId="{C3D08C29-1AA1-4F35-91DE-2DEC5D185094}" dt="2025-11-27T13:44:08.273" v="787" actId="14100"/>
          <ac:picMkLst>
            <pc:docMk/>
            <pc:sldMk cId="323166011" sldId="268"/>
            <ac:picMk id="6" creationId="{4972699C-7D43-55DB-B361-299A101572C1}"/>
          </ac:picMkLst>
        </pc:picChg>
      </pc:sldChg>
      <pc:sldChg chg="modSp new mod">
        <pc:chgData name="Novin Jeno S" userId="eb09960b81b257a9" providerId="LiveId" clId="{C3D08C29-1AA1-4F35-91DE-2DEC5D185094}" dt="2025-11-27T13:45:46.008" v="790" actId="255"/>
        <pc:sldMkLst>
          <pc:docMk/>
          <pc:sldMk cId="745501457" sldId="269"/>
        </pc:sldMkLst>
        <pc:spChg chg="mod">
          <ac:chgData name="Novin Jeno S" userId="eb09960b81b257a9" providerId="LiveId" clId="{C3D08C29-1AA1-4F35-91DE-2DEC5D185094}" dt="2025-11-27T13:04:04.861" v="523" actId="20577"/>
          <ac:spMkLst>
            <pc:docMk/>
            <pc:sldMk cId="745501457" sldId="269"/>
            <ac:spMk id="2" creationId="{FB952A36-FAC8-E8A2-89E3-5A2661E9B7B7}"/>
          </ac:spMkLst>
        </pc:spChg>
        <pc:spChg chg="mod">
          <ac:chgData name="Novin Jeno S" userId="eb09960b81b257a9" providerId="LiveId" clId="{C3D08C29-1AA1-4F35-91DE-2DEC5D185094}" dt="2025-11-27T13:45:46.008" v="790" actId="255"/>
          <ac:spMkLst>
            <pc:docMk/>
            <pc:sldMk cId="745501457" sldId="269"/>
            <ac:spMk id="3" creationId="{F0272CDD-820C-0414-AB34-258212E65364}"/>
          </ac:spMkLst>
        </pc:spChg>
      </pc:sldChg>
      <pc:sldChg chg="modSp new mod">
        <pc:chgData name="Novin Jeno S" userId="eb09960b81b257a9" providerId="LiveId" clId="{C3D08C29-1AA1-4F35-91DE-2DEC5D185094}" dt="2025-11-27T13:48:28.633" v="799" actId="113"/>
        <pc:sldMkLst>
          <pc:docMk/>
          <pc:sldMk cId="1779228011" sldId="270"/>
        </pc:sldMkLst>
        <pc:spChg chg="mod">
          <ac:chgData name="Novin Jeno S" userId="eb09960b81b257a9" providerId="LiveId" clId="{C3D08C29-1AA1-4F35-91DE-2DEC5D185094}" dt="2025-11-27T13:04:29.566" v="545" actId="20577"/>
          <ac:spMkLst>
            <pc:docMk/>
            <pc:sldMk cId="1779228011" sldId="270"/>
            <ac:spMk id="2" creationId="{993EFC9A-4905-D392-2C67-93313E2EBAA8}"/>
          </ac:spMkLst>
        </pc:spChg>
        <pc:spChg chg="mod">
          <ac:chgData name="Novin Jeno S" userId="eb09960b81b257a9" providerId="LiveId" clId="{C3D08C29-1AA1-4F35-91DE-2DEC5D185094}" dt="2025-11-27T13:48:28.633" v="799" actId="113"/>
          <ac:spMkLst>
            <pc:docMk/>
            <pc:sldMk cId="1779228011" sldId="270"/>
            <ac:spMk id="3" creationId="{1BD46E42-37A6-98C1-5935-B1D51EAECBBB}"/>
          </ac:spMkLst>
        </pc:spChg>
      </pc:sldChg>
      <pc:sldChg chg="modSp add mod">
        <pc:chgData name="Novin Jeno S" userId="eb09960b81b257a9" providerId="LiveId" clId="{C3D08C29-1AA1-4F35-91DE-2DEC5D185094}" dt="2025-11-27T13:48:38.471" v="801" actId="20577"/>
        <pc:sldMkLst>
          <pc:docMk/>
          <pc:sldMk cId="1891185376" sldId="271"/>
        </pc:sldMkLst>
        <pc:spChg chg="mod">
          <ac:chgData name="Novin Jeno S" userId="eb09960b81b257a9" providerId="LiveId" clId="{C3D08C29-1AA1-4F35-91DE-2DEC5D185094}" dt="2025-11-27T13:48:38.471" v="801" actId="20577"/>
          <ac:spMkLst>
            <pc:docMk/>
            <pc:sldMk cId="1891185376" sldId="271"/>
            <ac:spMk id="3" creationId="{8C28B485-C983-45D8-B121-BE4767D1BDDE}"/>
          </ac:spMkLst>
        </pc:spChg>
      </pc:sldChg>
      <pc:sldChg chg="modSp add mod">
        <pc:chgData name="Novin Jeno S" userId="eb09960b81b257a9" providerId="LiveId" clId="{C3D08C29-1AA1-4F35-91DE-2DEC5D185094}" dt="2025-11-27T13:48:48.236" v="803" actId="20577"/>
        <pc:sldMkLst>
          <pc:docMk/>
          <pc:sldMk cId="1619537161" sldId="272"/>
        </pc:sldMkLst>
        <pc:spChg chg="mod">
          <ac:chgData name="Novin Jeno S" userId="eb09960b81b257a9" providerId="LiveId" clId="{C3D08C29-1AA1-4F35-91DE-2DEC5D185094}" dt="2025-11-27T13:48:48.236" v="803" actId="20577"/>
          <ac:spMkLst>
            <pc:docMk/>
            <pc:sldMk cId="1619537161" sldId="272"/>
            <ac:spMk id="3" creationId="{AAEEFD24-9D6D-90B2-A427-8A768968B186}"/>
          </ac:spMkLst>
        </pc:spChg>
      </pc:sldChg>
      <pc:sldChg chg="modSp new mod">
        <pc:chgData name="Novin Jeno S" userId="eb09960b81b257a9" providerId="LiveId" clId="{C3D08C29-1AA1-4F35-91DE-2DEC5D185094}" dt="2025-11-27T13:27:01.772" v="721" actId="255"/>
        <pc:sldMkLst>
          <pc:docMk/>
          <pc:sldMk cId="3391568257" sldId="273"/>
        </pc:sldMkLst>
        <pc:spChg chg="mod">
          <ac:chgData name="Novin Jeno S" userId="eb09960b81b257a9" providerId="LiveId" clId="{C3D08C29-1AA1-4F35-91DE-2DEC5D185094}" dt="2025-11-27T13:05:16.905" v="566" actId="122"/>
          <ac:spMkLst>
            <pc:docMk/>
            <pc:sldMk cId="3391568257" sldId="273"/>
            <ac:spMk id="2" creationId="{D8C44C00-C773-A4DC-3231-BD69ED62147C}"/>
          </ac:spMkLst>
        </pc:spChg>
        <pc:spChg chg="mod">
          <ac:chgData name="Novin Jeno S" userId="eb09960b81b257a9" providerId="LiveId" clId="{C3D08C29-1AA1-4F35-91DE-2DEC5D185094}" dt="2025-11-27T13:27:01.772" v="721" actId="255"/>
          <ac:spMkLst>
            <pc:docMk/>
            <pc:sldMk cId="3391568257" sldId="273"/>
            <ac:spMk id="3" creationId="{ED8B942F-E0B4-A92A-D848-C4C750166C1A}"/>
          </ac:spMkLst>
        </pc:spChg>
      </pc:sldChg>
      <pc:sldChg chg="modSp new mod">
        <pc:chgData name="Novin Jeno S" userId="eb09960b81b257a9" providerId="LiveId" clId="{C3D08C29-1AA1-4F35-91DE-2DEC5D185094}" dt="2025-11-27T13:19:39.650" v="682" actId="20577"/>
        <pc:sldMkLst>
          <pc:docMk/>
          <pc:sldMk cId="1403971507" sldId="274"/>
        </pc:sldMkLst>
        <pc:spChg chg="mod">
          <ac:chgData name="Novin Jeno S" userId="eb09960b81b257a9" providerId="LiveId" clId="{C3D08C29-1AA1-4F35-91DE-2DEC5D185094}" dt="2025-11-27T13:05:29.669" v="579" actId="122"/>
          <ac:spMkLst>
            <pc:docMk/>
            <pc:sldMk cId="1403971507" sldId="274"/>
            <ac:spMk id="2" creationId="{42238541-7346-6441-1D33-2C82524B3130}"/>
          </ac:spMkLst>
        </pc:spChg>
        <pc:spChg chg="mod">
          <ac:chgData name="Novin Jeno S" userId="eb09960b81b257a9" providerId="LiveId" clId="{C3D08C29-1AA1-4F35-91DE-2DEC5D185094}" dt="2025-11-27T13:19:39.650" v="682" actId="20577"/>
          <ac:spMkLst>
            <pc:docMk/>
            <pc:sldMk cId="1403971507" sldId="274"/>
            <ac:spMk id="3" creationId="{77B41679-EC11-C115-E52C-941803AC8EC9}"/>
          </ac:spMkLst>
        </pc:spChg>
      </pc:sldChg>
      <pc:sldChg chg="modSp new mod">
        <pc:chgData name="Novin Jeno S" userId="eb09960b81b257a9" providerId="LiveId" clId="{C3D08C29-1AA1-4F35-91DE-2DEC5D185094}" dt="2025-11-27T13:20:54.867" v="692" actId="20577"/>
        <pc:sldMkLst>
          <pc:docMk/>
          <pc:sldMk cId="903725144" sldId="275"/>
        </pc:sldMkLst>
        <pc:spChg chg="mod">
          <ac:chgData name="Novin Jeno S" userId="eb09960b81b257a9" providerId="LiveId" clId="{C3D08C29-1AA1-4F35-91DE-2DEC5D185094}" dt="2025-11-27T13:05:58.914" v="593" actId="122"/>
          <ac:spMkLst>
            <pc:docMk/>
            <pc:sldMk cId="903725144" sldId="275"/>
            <ac:spMk id="2" creationId="{C0C215EC-95DF-035A-81C8-AA8EB4EC4F1C}"/>
          </ac:spMkLst>
        </pc:spChg>
        <pc:spChg chg="mod">
          <ac:chgData name="Novin Jeno S" userId="eb09960b81b257a9" providerId="LiveId" clId="{C3D08C29-1AA1-4F35-91DE-2DEC5D185094}" dt="2025-11-27T13:20:54.867" v="692" actId="20577"/>
          <ac:spMkLst>
            <pc:docMk/>
            <pc:sldMk cId="903725144" sldId="275"/>
            <ac:spMk id="3" creationId="{2DF32CF6-F515-4F3C-F9E3-033E62D6B0F7}"/>
          </ac:spMkLst>
        </pc:spChg>
      </pc:sldChg>
      <pc:sldChg chg="modSp new mod">
        <pc:chgData name="Novin Jeno S" userId="eb09960b81b257a9" providerId="LiveId" clId="{C3D08C29-1AA1-4F35-91DE-2DEC5D185094}" dt="2025-11-27T13:23:17.305" v="709" actId="255"/>
        <pc:sldMkLst>
          <pc:docMk/>
          <pc:sldMk cId="2585220557" sldId="276"/>
        </pc:sldMkLst>
        <pc:spChg chg="mod">
          <ac:chgData name="Novin Jeno S" userId="eb09960b81b257a9" providerId="LiveId" clId="{C3D08C29-1AA1-4F35-91DE-2DEC5D185094}" dt="2025-11-27T13:06:21.613" v="606" actId="122"/>
          <ac:spMkLst>
            <pc:docMk/>
            <pc:sldMk cId="2585220557" sldId="276"/>
            <ac:spMk id="2" creationId="{159E3EFD-687A-FC11-E7AC-671447230869}"/>
          </ac:spMkLst>
        </pc:spChg>
        <pc:spChg chg="mod">
          <ac:chgData name="Novin Jeno S" userId="eb09960b81b257a9" providerId="LiveId" clId="{C3D08C29-1AA1-4F35-91DE-2DEC5D185094}" dt="2025-11-27T13:23:17.305" v="709" actId="255"/>
          <ac:spMkLst>
            <pc:docMk/>
            <pc:sldMk cId="2585220557" sldId="276"/>
            <ac:spMk id="3" creationId="{331CBD91-4B20-146B-2899-19D4F88EBA20}"/>
          </ac:spMkLst>
        </pc:spChg>
      </pc:sldChg>
      <pc:sldChg chg="modSp add mod">
        <pc:chgData name="Novin Jeno S" userId="eb09960b81b257a9" providerId="LiveId" clId="{C3D08C29-1AA1-4F35-91DE-2DEC5D185094}" dt="2025-11-27T13:49:02.498" v="806" actId="20577"/>
        <pc:sldMkLst>
          <pc:docMk/>
          <pc:sldMk cId="734793989" sldId="277"/>
        </pc:sldMkLst>
        <pc:spChg chg="mod">
          <ac:chgData name="Novin Jeno S" userId="eb09960b81b257a9" providerId="LiveId" clId="{C3D08C29-1AA1-4F35-91DE-2DEC5D185094}" dt="2025-11-27T13:49:02.498" v="806" actId="20577"/>
          <ac:spMkLst>
            <pc:docMk/>
            <pc:sldMk cId="734793989" sldId="277"/>
            <ac:spMk id="3" creationId="{E55F17DF-FB69-7FA2-CF9C-7592A3B39ED6}"/>
          </ac:spMkLst>
        </pc:spChg>
      </pc:sldChg>
      <pc:sldChg chg="modSp add mod">
        <pc:chgData name="Novin Jeno S" userId="eb09960b81b257a9" providerId="LiveId" clId="{C3D08C29-1AA1-4F35-91DE-2DEC5D185094}" dt="2025-11-27T13:24:16.287" v="714" actId="255"/>
        <pc:sldMkLst>
          <pc:docMk/>
          <pc:sldMk cId="690380288" sldId="278"/>
        </pc:sldMkLst>
        <pc:spChg chg="mod">
          <ac:chgData name="Novin Jeno S" userId="eb09960b81b257a9" providerId="LiveId" clId="{C3D08C29-1AA1-4F35-91DE-2DEC5D185094}" dt="2025-11-27T13:24:16.287" v="714" actId="255"/>
          <ac:spMkLst>
            <pc:docMk/>
            <pc:sldMk cId="690380288" sldId="278"/>
            <ac:spMk id="3" creationId="{1612CE1C-13DE-C72D-D88D-A6CB5876B35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7d73033562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g37d73033562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11"/>
          <p:cNvSpPr/>
          <p:nvPr/>
        </p:nvSpPr>
        <p:spPr>
          <a:xfrm>
            <a:off x="914400" y="2393950"/>
            <a:ext cx="10363200" cy="109538"/>
          </a:xfrm>
          <a:custGeom>
            <a:avLst/>
            <a:gdLst/>
            <a:ahLst/>
            <a:cxnLst/>
            <a:rect l="l" t="t" r="r" b="b"/>
            <a:pathLst>
              <a:path w="1000" h="1000" extrusionOk="0">
                <a:moveTo>
                  <a:pt x="0" y="0"/>
                </a:moveTo>
                <a:lnTo>
                  <a:pt x="618" y="0"/>
                </a:lnTo>
                <a:lnTo>
                  <a:pt x="618" y="1000"/>
                </a:lnTo>
                <a:lnTo>
                  <a:pt x="0" y="1000"/>
                </a:lnTo>
                <a:lnTo>
                  <a:pt x="0" y="0"/>
                </a:lnTo>
                <a:close/>
              </a:path>
              <a:path w="1000" h="1000" extrusionOk="0">
                <a:moveTo>
                  <a:pt x="0" y="0"/>
                </a:moveTo>
                <a:lnTo>
                  <a:pt x="1000" y="0"/>
                </a:lnTo>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9" name="Google Shape;19;p11"/>
          <p:cNvSpPr txBox="1">
            <a:spLocks noGrp="1"/>
          </p:cNvSpPr>
          <p:nvPr>
            <p:ph type="ctrTitle"/>
          </p:nvPr>
        </p:nvSpPr>
        <p:spPr>
          <a:xfrm>
            <a:off x="914400" y="990600"/>
            <a:ext cx="10363200" cy="13716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
          <p:cNvSpPr txBox="1">
            <a:spLocks noGrp="1"/>
          </p:cNvSpPr>
          <p:nvPr>
            <p:ph type="subTitle" idx="1"/>
          </p:nvPr>
        </p:nvSpPr>
        <p:spPr>
          <a:xfrm>
            <a:off x="1930400" y="3429000"/>
            <a:ext cx="9347200" cy="1600200"/>
          </a:xfrm>
          <a:prstGeom prst="rect">
            <a:avLst/>
          </a:prstGeom>
          <a:noFill/>
          <a:ln>
            <a:noFill/>
          </a:ln>
        </p:spPr>
        <p:txBody>
          <a:bodyPr spcFirstLastPara="1" wrap="square" lIns="91425" tIns="45700" rIns="91425" bIns="45700" anchor="t" anchorCtr="0">
            <a:noAutofit/>
          </a:bodyPr>
          <a:lstStyle>
            <a:lvl1pPr lvl="0" algn="l">
              <a:spcBef>
                <a:spcPts val="560"/>
              </a:spcBef>
              <a:spcAft>
                <a:spcPts val="0"/>
              </a:spcAft>
              <a:buSzPts val="2800"/>
              <a:buFont typeface="Noto Sans Symbols"/>
              <a:buNone/>
              <a:defRPr sz="2800"/>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SzPts val="1800"/>
              <a:buChar char="■"/>
              <a:defRPr/>
            </a:lvl4pPr>
            <a:lvl5pPr lvl="4" algn="l">
              <a:spcBef>
                <a:spcPts val="450"/>
              </a:spcBef>
              <a:spcAft>
                <a:spcPts val="0"/>
              </a:spcAft>
              <a:buSzPts val="1800"/>
              <a:buChar char="▪"/>
              <a:defRPr/>
            </a:lvl5pPr>
            <a:lvl6pPr lvl="5" algn="l">
              <a:spcBef>
                <a:spcPts val="450"/>
              </a:spcBef>
              <a:spcAft>
                <a:spcPts val="0"/>
              </a:spcAft>
              <a:buSzPts val="1800"/>
              <a:buChar char="▪"/>
              <a:defRPr/>
            </a:lvl6pPr>
            <a:lvl7pPr lvl="6" algn="l">
              <a:spcBef>
                <a:spcPts val="450"/>
              </a:spcBef>
              <a:spcAft>
                <a:spcPts val="0"/>
              </a:spcAft>
              <a:buSzPts val="1800"/>
              <a:buChar char="▪"/>
              <a:defRPr/>
            </a:lvl7pPr>
            <a:lvl8pPr lvl="7" algn="l">
              <a:spcBef>
                <a:spcPts val="450"/>
              </a:spcBef>
              <a:spcAft>
                <a:spcPts val="0"/>
              </a:spcAft>
              <a:buSzPts val="1800"/>
              <a:buChar char="▪"/>
              <a:defRPr/>
            </a:lvl8pPr>
            <a:lvl9pPr lvl="8" algn="l">
              <a:spcBef>
                <a:spcPts val="450"/>
              </a:spcBef>
              <a:spcAft>
                <a:spcPts val="0"/>
              </a:spcAft>
              <a:buSzPts val="1800"/>
              <a:buChar char="▪"/>
              <a:defRPr/>
            </a:lvl9pPr>
          </a:lstStyle>
          <a:p>
            <a:endParaRPr/>
          </a:p>
        </p:txBody>
      </p:sp>
      <p:sp>
        <p:nvSpPr>
          <p:cNvPr id="21" name="Google Shape;21;p11"/>
          <p:cNvSpPr txBox="1">
            <a:spLocks noGrp="1"/>
          </p:cNvSpPr>
          <p:nvPr>
            <p:ph type="dt" idx="10"/>
          </p:nvPr>
        </p:nvSpPr>
        <p:spPr>
          <a:xfrm>
            <a:off x="914400" y="6248400"/>
            <a:ext cx="2540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1"/>
          <p:cNvSpPr txBox="1">
            <a:spLocks noGrp="1"/>
          </p:cNvSpPr>
          <p:nvPr>
            <p:ph type="ftr" idx="11"/>
          </p:nvPr>
        </p:nvSpPr>
        <p:spPr>
          <a:xfrm>
            <a:off x="4165600" y="6248400"/>
            <a:ext cx="38608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1"/>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12"/>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2"/>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27" name="Google Shape;27;p12"/>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2"/>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3"/>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3"/>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3"/>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1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None/>
              <a:defRPr sz="1600"/>
            </a:lvl3pPr>
            <a:lvl4pPr marL="1828800" lvl="3" indent="-228600" algn="l">
              <a:spcBef>
                <a:spcPts val="280"/>
              </a:spcBef>
              <a:spcAft>
                <a:spcPts val="0"/>
              </a:spcAft>
              <a:buSzPts val="1400"/>
              <a:buNone/>
              <a:defRPr sz="1400"/>
            </a:lvl4pPr>
            <a:lvl5pPr marL="2286000" lvl="4" indent="-228600" algn="l">
              <a:spcBef>
                <a:spcPts val="350"/>
              </a:spcBef>
              <a:spcAft>
                <a:spcPts val="0"/>
              </a:spcAft>
              <a:buSzPts val="1400"/>
              <a:buNone/>
              <a:defRPr sz="1400"/>
            </a:lvl5pPr>
            <a:lvl6pPr marL="2743200" lvl="5" indent="-228600" algn="l">
              <a:spcBef>
                <a:spcPts val="350"/>
              </a:spcBef>
              <a:spcAft>
                <a:spcPts val="0"/>
              </a:spcAft>
              <a:buSzPts val="1400"/>
              <a:buNone/>
              <a:defRPr sz="1400"/>
            </a:lvl6pPr>
            <a:lvl7pPr marL="3200400" lvl="6" indent="-228600" algn="l">
              <a:spcBef>
                <a:spcPts val="350"/>
              </a:spcBef>
              <a:spcAft>
                <a:spcPts val="0"/>
              </a:spcAft>
              <a:buSzPts val="1400"/>
              <a:buNone/>
              <a:defRPr sz="1400"/>
            </a:lvl7pPr>
            <a:lvl8pPr marL="3657600" lvl="7" indent="-228600" algn="l">
              <a:spcBef>
                <a:spcPts val="350"/>
              </a:spcBef>
              <a:spcAft>
                <a:spcPts val="0"/>
              </a:spcAft>
              <a:buSzPts val="1400"/>
              <a:buNone/>
              <a:defRPr sz="1400"/>
            </a:lvl8pPr>
            <a:lvl9pPr marL="4114800" lvl="8" indent="-228600" algn="l">
              <a:spcBef>
                <a:spcPts val="350"/>
              </a:spcBef>
              <a:spcAft>
                <a:spcPts val="0"/>
              </a:spcAft>
              <a:buSzPts val="1400"/>
              <a:buNone/>
              <a:defRPr sz="1400"/>
            </a:lvl9pPr>
          </a:lstStyle>
          <a:p>
            <a:endParaRPr/>
          </a:p>
        </p:txBody>
      </p:sp>
      <p:sp>
        <p:nvSpPr>
          <p:cNvPr id="38" name="Google Shape;38;p14"/>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4"/>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5"/>
          <p:cNvSpPr txBox="1">
            <a:spLocks noGrp="1"/>
          </p:cNvSpPr>
          <p:nvPr>
            <p:ph type="body" idx="1"/>
          </p:nvPr>
        </p:nvSpPr>
        <p:spPr>
          <a:xfrm>
            <a:off x="755651" y="1752600"/>
            <a:ext cx="5232400" cy="42672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450"/>
              </a:spcBef>
              <a:spcAft>
                <a:spcPts val="0"/>
              </a:spcAft>
              <a:buSzPts val="1800"/>
              <a:buChar char="▪"/>
              <a:defRPr sz="1800"/>
            </a:lvl5pPr>
            <a:lvl6pPr marL="2743200" lvl="5" indent="-342900" algn="l">
              <a:spcBef>
                <a:spcPts val="450"/>
              </a:spcBef>
              <a:spcAft>
                <a:spcPts val="0"/>
              </a:spcAft>
              <a:buSzPts val="1800"/>
              <a:buChar char="▪"/>
              <a:defRPr sz="1800"/>
            </a:lvl6pPr>
            <a:lvl7pPr marL="3200400" lvl="6" indent="-342900" algn="l">
              <a:spcBef>
                <a:spcPts val="450"/>
              </a:spcBef>
              <a:spcAft>
                <a:spcPts val="0"/>
              </a:spcAft>
              <a:buSzPts val="1800"/>
              <a:buChar char="▪"/>
              <a:defRPr sz="1800"/>
            </a:lvl7pPr>
            <a:lvl8pPr marL="3657600" lvl="7" indent="-342900" algn="l">
              <a:spcBef>
                <a:spcPts val="450"/>
              </a:spcBef>
              <a:spcAft>
                <a:spcPts val="0"/>
              </a:spcAft>
              <a:buSzPts val="1800"/>
              <a:buChar char="▪"/>
              <a:defRPr sz="1800"/>
            </a:lvl8pPr>
            <a:lvl9pPr marL="4114800" lvl="8" indent="-342900" algn="l">
              <a:spcBef>
                <a:spcPts val="450"/>
              </a:spcBef>
              <a:spcAft>
                <a:spcPts val="0"/>
              </a:spcAft>
              <a:buSzPts val="1800"/>
              <a:buChar char="▪"/>
              <a:defRPr sz="1800"/>
            </a:lvl9pPr>
          </a:lstStyle>
          <a:p>
            <a:endParaRPr/>
          </a:p>
        </p:txBody>
      </p:sp>
      <p:sp>
        <p:nvSpPr>
          <p:cNvPr id="44" name="Google Shape;44;p15"/>
          <p:cNvSpPr txBox="1">
            <a:spLocks noGrp="1"/>
          </p:cNvSpPr>
          <p:nvPr>
            <p:ph type="body" idx="2"/>
          </p:nvPr>
        </p:nvSpPr>
        <p:spPr>
          <a:xfrm>
            <a:off x="6191251" y="1752600"/>
            <a:ext cx="5232400" cy="42672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450"/>
              </a:spcBef>
              <a:spcAft>
                <a:spcPts val="0"/>
              </a:spcAft>
              <a:buSzPts val="1800"/>
              <a:buChar char="▪"/>
              <a:defRPr sz="1800"/>
            </a:lvl5pPr>
            <a:lvl6pPr marL="2743200" lvl="5" indent="-342900" algn="l">
              <a:spcBef>
                <a:spcPts val="450"/>
              </a:spcBef>
              <a:spcAft>
                <a:spcPts val="0"/>
              </a:spcAft>
              <a:buSzPts val="1800"/>
              <a:buChar char="▪"/>
              <a:defRPr sz="1800"/>
            </a:lvl6pPr>
            <a:lvl7pPr marL="3200400" lvl="6" indent="-342900" algn="l">
              <a:spcBef>
                <a:spcPts val="450"/>
              </a:spcBef>
              <a:spcAft>
                <a:spcPts val="0"/>
              </a:spcAft>
              <a:buSzPts val="1800"/>
              <a:buChar char="▪"/>
              <a:defRPr sz="1800"/>
            </a:lvl7pPr>
            <a:lvl8pPr marL="3657600" lvl="7" indent="-342900" algn="l">
              <a:spcBef>
                <a:spcPts val="450"/>
              </a:spcBef>
              <a:spcAft>
                <a:spcPts val="0"/>
              </a:spcAft>
              <a:buSzPts val="1800"/>
              <a:buChar char="▪"/>
              <a:defRPr sz="1800"/>
            </a:lvl8pPr>
            <a:lvl9pPr marL="4114800" lvl="8" indent="-342900" algn="l">
              <a:spcBef>
                <a:spcPts val="450"/>
              </a:spcBef>
              <a:spcAft>
                <a:spcPts val="0"/>
              </a:spcAft>
              <a:buSzPts val="1800"/>
              <a:buChar char="▪"/>
              <a:defRPr sz="1800"/>
            </a:lvl9pPr>
          </a:lstStyle>
          <a:p>
            <a:endParaRPr/>
          </a:p>
        </p:txBody>
      </p:sp>
      <p:sp>
        <p:nvSpPr>
          <p:cNvPr id="45" name="Google Shape;45;p15"/>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5"/>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400"/>
              </a:spcBef>
              <a:spcAft>
                <a:spcPts val="0"/>
              </a:spcAft>
              <a:buSzPts val="1600"/>
              <a:buNone/>
              <a:defRPr sz="1600" b="1"/>
            </a:lvl5pPr>
            <a:lvl6pPr marL="2743200" lvl="5" indent="-228600" algn="l">
              <a:spcBef>
                <a:spcPts val="400"/>
              </a:spcBef>
              <a:spcAft>
                <a:spcPts val="0"/>
              </a:spcAft>
              <a:buSzPts val="1600"/>
              <a:buNone/>
              <a:defRPr sz="1600" b="1"/>
            </a:lvl6pPr>
            <a:lvl7pPr marL="3200400" lvl="6" indent="-228600" algn="l">
              <a:spcBef>
                <a:spcPts val="400"/>
              </a:spcBef>
              <a:spcAft>
                <a:spcPts val="0"/>
              </a:spcAft>
              <a:buSzPts val="1600"/>
              <a:buNone/>
              <a:defRPr sz="1600" b="1"/>
            </a:lvl7pPr>
            <a:lvl8pPr marL="3657600" lvl="7" indent="-228600" algn="l">
              <a:spcBef>
                <a:spcPts val="400"/>
              </a:spcBef>
              <a:spcAft>
                <a:spcPts val="0"/>
              </a:spcAft>
              <a:buSzPts val="1600"/>
              <a:buNone/>
              <a:defRPr sz="1600" b="1"/>
            </a:lvl8pPr>
            <a:lvl9pPr marL="4114800" lvl="8" indent="-228600" algn="l">
              <a:spcBef>
                <a:spcPts val="400"/>
              </a:spcBef>
              <a:spcAft>
                <a:spcPts val="0"/>
              </a:spcAft>
              <a:buSzPts val="1600"/>
              <a:buNone/>
              <a:defRPr sz="1600" b="1"/>
            </a:lvl9pPr>
          </a:lstStyle>
          <a:p>
            <a:endParaRPr/>
          </a:p>
        </p:txBody>
      </p:sp>
      <p:sp>
        <p:nvSpPr>
          <p:cNvPr id="51" name="Google Shape;51;p1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400"/>
              </a:spcBef>
              <a:spcAft>
                <a:spcPts val="0"/>
              </a:spcAft>
              <a:buSzPts val="1600"/>
              <a:buChar char="▪"/>
              <a:defRPr sz="1600"/>
            </a:lvl5pPr>
            <a:lvl6pPr marL="2743200" lvl="5" indent="-330200" algn="l">
              <a:spcBef>
                <a:spcPts val="400"/>
              </a:spcBef>
              <a:spcAft>
                <a:spcPts val="0"/>
              </a:spcAft>
              <a:buSzPts val="1600"/>
              <a:buChar char="▪"/>
              <a:defRPr sz="1600"/>
            </a:lvl6pPr>
            <a:lvl7pPr marL="3200400" lvl="6" indent="-330200" algn="l">
              <a:spcBef>
                <a:spcPts val="400"/>
              </a:spcBef>
              <a:spcAft>
                <a:spcPts val="0"/>
              </a:spcAft>
              <a:buSzPts val="1600"/>
              <a:buChar char="▪"/>
              <a:defRPr sz="1600"/>
            </a:lvl7pPr>
            <a:lvl8pPr marL="3657600" lvl="7" indent="-330200" algn="l">
              <a:spcBef>
                <a:spcPts val="400"/>
              </a:spcBef>
              <a:spcAft>
                <a:spcPts val="0"/>
              </a:spcAft>
              <a:buSzPts val="1600"/>
              <a:buChar char="▪"/>
              <a:defRPr sz="1600"/>
            </a:lvl8pPr>
            <a:lvl9pPr marL="4114800" lvl="8" indent="-330200" algn="l">
              <a:spcBef>
                <a:spcPts val="400"/>
              </a:spcBef>
              <a:spcAft>
                <a:spcPts val="0"/>
              </a:spcAft>
              <a:buSzPts val="1600"/>
              <a:buChar char="▪"/>
              <a:defRPr sz="1600"/>
            </a:lvl9pPr>
          </a:lstStyle>
          <a:p>
            <a:endParaRPr/>
          </a:p>
        </p:txBody>
      </p:sp>
      <p:sp>
        <p:nvSpPr>
          <p:cNvPr id="52" name="Google Shape;52;p1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400"/>
              </a:spcBef>
              <a:spcAft>
                <a:spcPts val="0"/>
              </a:spcAft>
              <a:buSzPts val="1600"/>
              <a:buNone/>
              <a:defRPr sz="1600" b="1"/>
            </a:lvl5pPr>
            <a:lvl6pPr marL="2743200" lvl="5" indent="-228600" algn="l">
              <a:spcBef>
                <a:spcPts val="400"/>
              </a:spcBef>
              <a:spcAft>
                <a:spcPts val="0"/>
              </a:spcAft>
              <a:buSzPts val="1600"/>
              <a:buNone/>
              <a:defRPr sz="1600" b="1"/>
            </a:lvl6pPr>
            <a:lvl7pPr marL="3200400" lvl="6" indent="-228600" algn="l">
              <a:spcBef>
                <a:spcPts val="400"/>
              </a:spcBef>
              <a:spcAft>
                <a:spcPts val="0"/>
              </a:spcAft>
              <a:buSzPts val="1600"/>
              <a:buNone/>
              <a:defRPr sz="1600" b="1"/>
            </a:lvl7pPr>
            <a:lvl8pPr marL="3657600" lvl="7" indent="-228600" algn="l">
              <a:spcBef>
                <a:spcPts val="400"/>
              </a:spcBef>
              <a:spcAft>
                <a:spcPts val="0"/>
              </a:spcAft>
              <a:buSzPts val="1600"/>
              <a:buNone/>
              <a:defRPr sz="1600" b="1"/>
            </a:lvl8pPr>
            <a:lvl9pPr marL="4114800" lvl="8" indent="-228600" algn="l">
              <a:spcBef>
                <a:spcPts val="400"/>
              </a:spcBef>
              <a:spcAft>
                <a:spcPts val="0"/>
              </a:spcAft>
              <a:buSzPts val="1600"/>
              <a:buNone/>
              <a:defRPr sz="1600" b="1"/>
            </a:lvl9pPr>
          </a:lstStyle>
          <a:p>
            <a:endParaRPr/>
          </a:p>
        </p:txBody>
      </p:sp>
      <p:sp>
        <p:nvSpPr>
          <p:cNvPr id="53" name="Google Shape;53;p1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400"/>
              </a:spcBef>
              <a:spcAft>
                <a:spcPts val="0"/>
              </a:spcAft>
              <a:buSzPts val="1600"/>
              <a:buChar char="▪"/>
              <a:defRPr sz="1600"/>
            </a:lvl5pPr>
            <a:lvl6pPr marL="2743200" lvl="5" indent="-330200" algn="l">
              <a:spcBef>
                <a:spcPts val="400"/>
              </a:spcBef>
              <a:spcAft>
                <a:spcPts val="0"/>
              </a:spcAft>
              <a:buSzPts val="1600"/>
              <a:buChar char="▪"/>
              <a:defRPr sz="1600"/>
            </a:lvl6pPr>
            <a:lvl7pPr marL="3200400" lvl="6" indent="-330200" algn="l">
              <a:spcBef>
                <a:spcPts val="400"/>
              </a:spcBef>
              <a:spcAft>
                <a:spcPts val="0"/>
              </a:spcAft>
              <a:buSzPts val="1600"/>
              <a:buChar char="▪"/>
              <a:defRPr sz="1600"/>
            </a:lvl7pPr>
            <a:lvl8pPr marL="3657600" lvl="7" indent="-330200" algn="l">
              <a:spcBef>
                <a:spcPts val="400"/>
              </a:spcBef>
              <a:spcAft>
                <a:spcPts val="0"/>
              </a:spcAft>
              <a:buSzPts val="1600"/>
              <a:buChar char="▪"/>
              <a:defRPr sz="1600"/>
            </a:lvl8pPr>
            <a:lvl9pPr marL="4114800" lvl="8" indent="-330200" algn="l">
              <a:spcBef>
                <a:spcPts val="400"/>
              </a:spcBef>
              <a:spcAft>
                <a:spcPts val="0"/>
              </a:spcAft>
              <a:buSzPts val="1600"/>
              <a:buChar char="▪"/>
              <a:defRPr sz="1600"/>
            </a:lvl9pPr>
          </a:lstStyle>
          <a:p>
            <a:endParaRPr/>
          </a:p>
        </p:txBody>
      </p:sp>
      <p:sp>
        <p:nvSpPr>
          <p:cNvPr id="54" name="Google Shape;54;p16"/>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6"/>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7"/>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7"/>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18"/>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8"/>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SzPts val="3200"/>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500"/>
              </a:spcBef>
              <a:spcAft>
                <a:spcPts val="0"/>
              </a:spcAft>
              <a:buSzPts val="2000"/>
              <a:buChar char="▪"/>
              <a:defRPr sz="2000"/>
            </a:lvl5pPr>
            <a:lvl6pPr marL="2743200" lvl="5" indent="-355600" algn="l">
              <a:spcBef>
                <a:spcPts val="500"/>
              </a:spcBef>
              <a:spcAft>
                <a:spcPts val="0"/>
              </a:spcAft>
              <a:buSzPts val="2000"/>
              <a:buChar char="▪"/>
              <a:defRPr sz="2000"/>
            </a:lvl6pPr>
            <a:lvl7pPr marL="3200400" lvl="6" indent="-355600" algn="l">
              <a:spcBef>
                <a:spcPts val="500"/>
              </a:spcBef>
              <a:spcAft>
                <a:spcPts val="0"/>
              </a:spcAft>
              <a:buSzPts val="2000"/>
              <a:buChar char="▪"/>
              <a:defRPr sz="2000"/>
            </a:lvl7pPr>
            <a:lvl8pPr marL="3657600" lvl="7" indent="-355600" algn="l">
              <a:spcBef>
                <a:spcPts val="500"/>
              </a:spcBef>
              <a:spcAft>
                <a:spcPts val="0"/>
              </a:spcAft>
              <a:buSzPts val="2000"/>
              <a:buChar char="▪"/>
              <a:defRPr sz="2000"/>
            </a:lvl8pPr>
            <a:lvl9pPr marL="4114800" lvl="8" indent="-355600" algn="l">
              <a:spcBef>
                <a:spcPts val="500"/>
              </a:spcBef>
              <a:spcAft>
                <a:spcPts val="0"/>
              </a:spcAft>
              <a:buSzPts val="2000"/>
              <a:buChar char="▪"/>
              <a:defRPr sz="2000"/>
            </a:lvl9pPr>
          </a:lstStyle>
          <a:p>
            <a:endParaRPr/>
          </a:p>
        </p:txBody>
      </p:sp>
      <p:sp>
        <p:nvSpPr>
          <p:cNvPr id="64" name="Google Shape;64;p18"/>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225"/>
              </a:spcBef>
              <a:spcAft>
                <a:spcPts val="0"/>
              </a:spcAft>
              <a:buSzPts val="900"/>
              <a:buNone/>
              <a:defRPr sz="900"/>
            </a:lvl5pPr>
            <a:lvl6pPr marL="2743200" lvl="5" indent="-228600" algn="l">
              <a:spcBef>
                <a:spcPts val="225"/>
              </a:spcBef>
              <a:spcAft>
                <a:spcPts val="0"/>
              </a:spcAft>
              <a:buSzPts val="900"/>
              <a:buNone/>
              <a:defRPr sz="900"/>
            </a:lvl6pPr>
            <a:lvl7pPr marL="3200400" lvl="6" indent="-228600" algn="l">
              <a:spcBef>
                <a:spcPts val="225"/>
              </a:spcBef>
              <a:spcAft>
                <a:spcPts val="0"/>
              </a:spcAft>
              <a:buSzPts val="900"/>
              <a:buNone/>
              <a:defRPr sz="900"/>
            </a:lvl7pPr>
            <a:lvl8pPr marL="3657600" lvl="7" indent="-228600" algn="l">
              <a:spcBef>
                <a:spcPts val="225"/>
              </a:spcBef>
              <a:spcAft>
                <a:spcPts val="0"/>
              </a:spcAft>
              <a:buSzPts val="900"/>
              <a:buNone/>
              <a:defRPr sz="900"/>
            </a:lvl8pPr>
            <a:lvl9pPr marL="4114800" lvl="8" indent="-228600" algn="l">
              <a:spcBef>
                <a:spcPts val="225"/>
              </a:spcBef>
              <a:spcAft>
                <a:spcPts val="0"/>
              </a:spcAft>
              <a:buSzPts val="900"/>
              <a:buNone/>
              <a:defRPr sz="900"/>
            </a:lvl9pPr>
          </a:lstStyle>
          <a:p>
            <a:endParaRPr/>
          </a:p>
        </p:txBody>
      </p:sp>
      <p:sp>
        <p:nvSpPr>
          <p:cNvPr id="65" name="Google Shape;65;p18"/>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8"/>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19"/>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9"/>
          <p:cNvSpPr>
            <a:spLocks noGrp="1"/>
          </p:cNvSpPr>
          <p:nvPr>
            <p:ph type="pic" idx="2"/>
          </p:nvPr>
        </p:nvSpPr>
        <p:spPr>
          <a:xfrm>
            <a:off x="2389717" y="612775"/>
            <a:ext cx="7315200" cy="4114800"/>
          </a:xfrm>
          <a:prstGeom prst="rect">
            <a:avLst/>
          </a:prstGeom>
          <a:noFill/>
          <a:ln>
            <a:noFill/>
          </a:ln>
        </p:spPr>
      </p:sp>
      <p:sp>
        <p:nvSpPr>
          <p:cNvPr id="71" name="Google Shape;71;p19"/>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225"/>
              </a:spcBef>
              <a:spcAft>
                <a:spcPts val="0"/>
              </a:spcAft>
              <a:buSzPts val="900"/>
              <a:buNone/>
              <a:defRPr sz="900"/>
            </a:lvl5pPr>
            <a:lvl6pPr marL="2743200" lvl="5" indent="-228600" algn="l">
              <a:spcBef>
                <a:spcPts val="225"/>
              </a:spcBef>
              <a:spcAft>
                <a:spcPts val="0"/>
              </a:spcAft>
              <a:buSzPts val="900"/>
              <a:buNone/>
              <a:defRPr sz="900"/>
            </a:lvl6pPr>
            <a:lvl7pPr marL="3200400" lvl="6" indent="-228600" algn="l">
              <a:spcBef>
                <a:spcPts val="225"/>
              </a:spcBef>
              <a:spcAft>
                <a:spcPts val="0"/>
              </a:spcAft>
              <a:buSzPts val="900"/>
              <a:buNone/>
              <a:defRPr sz="900"/>
            </a:lvl7pPr>
            <a:lvl8pPr marL="3657600" lvl="7" indent="-228600" algn="l">
              <a:spcBef>
                <a:spcPts val="225"/>
              </a:spcBef>
              <a:spcAft>
                <a:spcPts val="0"/>
              </a:spcAft>
              <a:buSzPts val="900"/>
              <a:buNone/>
              <a:defRPr sz="900"/>
            </a:lvl8pPr>
            <a:lvl9pPr marL="4114800" lvl="8" indent="-228600" algn="l">
              <a:spcBef>
                <a:spcPts val="225"/>
              </a:spcBef>
              <a:spcAft>
                <a:spcPts val="0"/>
              </a:spcAft>
              <a:buSzPts val="900"/>
              <a:buNone/>
              <a:defRPr sz="900"/>
            </a:lvl9pPr>
          </a:lstStyle>
          <a:p>
            <a:endParaRPr/>
          </a:p>
        </p:txBody>
      </p:sp>
      <p:sp>
        <p:nvSpPr>
          <p:cNvPr id="72" name="Google Shape;72;p19"/>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9"/>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0"/>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0"/>
          <p:cNvSpPr txBox="1">
            <a:spLocks noGrp="1"/>
          </p:cNvSpPr>
          <p:nvPr>
            <p:ph type="body" idx="1"/>
          </p:nvPr>
        </p:nvSpPr>
        <p:spPr>
          <a:xfrm rot="5400000">
            <a:off x="3956051" y="-1447800"/>
            <a:ext cx="4267200" cy="10668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78" name="Google Shape;78;p20"/>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0"/>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1"/>
          <p:cNvSpPr txBox="1">
            <a:spLocks noGrp="1"/>
          </p:cNvSpPr>
          <p:nvPr>
            <p:ph type="title"/>
          </p:nvPr>
        </p:nvSpPr>
        <p:spPr>
          <a:xfrm rot="5400000">
            <a:off x="7242176" y="1827742"/>
            <a:ext cx="5715000" cy="266911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1"/>
          <p:cNvSpPr txBox="1">
            <a:spLocks noGrp="1"/>
          </p:cNvSpPr>
          <p:nvPr>
            <p:ph type="body" idx="1"/>
          </p:nvPr>
        </p:nvSpPr>
        <p:spPr>
          <a:xfrm rot="5400000">
            <a:off x="1801284" y="-740833"/>
            <a:ext cx="5715000" cy="7806267"/>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a:endParaRPr/>
          </a:p>
        </p:txBody>
      </p:sp>
      <p:sp>
        <p:nvSpPr>
          <p:cNvPr id="84" name="Google Shape;84;p21"/>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1"/>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a:ea typeface="Verdana"/>
                <a:cs typeface="Verdana"/>
                <a:sym typeface="Verdana"/>
              </a:defRPr>
            </a:lvl1pPr>
            <a:lvl2pPr marL="0" marR="0" lvl="1" indent="0" algn="r">
              <a:spcBef>
                <a:spcPts val="0"/>
              </a:spcBef>
              <a:buNone/>
              <a:defRPr sz="1200">
                <a:solidFill>
                  <a:schemeClr val="dk1"/>
                </a:solidFill>
                <a:latin typeface="Verdana"/>
                <a:ea typeface="Verdana"/>
                <a:cs typeface="Verdana"/>
                <a:sym typeface="Verdana"/>
              </a:defRPr>
            </a:lvl2pPr>
            <a:lvl3pPr marL="0" marR="0" lvl="2" indent="0" algn="r">
              <a:spcBef>
                <a:spcPts val="0"/>
              </a:spcBef>
              <a:buNone/>
              <a:defRPr sz="1200">
                <a:solidFill>
                  <a:schemeClr val="dk1"/>
                </a:solidFill>
                <a:latin typeface="Verdana"/>
                <a:ea typeface="Verdana"/>
                <a:cs typeface="Verdana"/>
                <a:sym typeface="Verdana"/>
              </a:defRPr>
            </a:lvl3pPr>
            <a:lvl4pPr marL="0" marR="0" lvl="3" indent="0" algn="r">
              <a:spcBef>
                <a:spcPts val="0"/>
              </a:spcBef>
              <a:buNone/>
              <a:defRPr sz="1200">
                <a:solidFill>
                  <a:schemeClr val="dk1"/>
                </a:solidFill>
                <a:latin typeface="Verdana"/>
                <a:ea typeface="Verdana"/>
                <a:cs typeface="Verdana"/>
                <a:sym typeface="Verdana"/>
              </a:defRPr>
            </a:lvl4pPr>
            <a:lvl5pPr marL="0" marR="0" lvl="4" indent="0" algn="r">
              <a:spcBef>
                <a:spcPts val="0"/>
              </a:spcBef>
              <a:buNone/>
              <a:defRPr sz="1200">
                <a:solidFill>
                  <a:schemeClr val="dk1"/>
                </a:solidFill>
                <a:latin typeface="Verdana"/>
                <a:ea typeface="Verdana"/>
                <a:cs typeface="Verdana"/>
                <a:sym typeface="Verdana"/>
              </a:defRPr>
            </a:lvl5pPr>
            <a:lvl6pPr marL="0" marR="0" lvl="5" indent="0" algn="r">
              <a:spcBef>
                <a:spcPts val="0"/>
              </a:spcBef>
              <a:buNone/>
              <a:defRPr sz="1200">
                <a:solidFill>
                  <a:schemeClr val="dk1"/>
                </a:solidFill>
                <a:latin typeface="Verdana"/>
                <a:ea typeface="Verdana"/>
                <a:cs typeface="Verdana"/>
                <a:sym typeface="Verdana"/>
              </a:defRPr>
            </a:lvl6pPr>
            <a:lvl7pPr marL="0" marR="0" lvl="6" indent="0" algn="r">
              <a:spcBef>
                <a:spcPts val="0"/>
              </a:spcBef>
              <a:buNone/>
              <a:defRPr sz="1200">
                <a:solidFill>
                  <a:schemeClr val="dk1"/>
                </a:solidFill>
                <a:latin typeface="Verdana"/>
                <a:ea typeface="Verdana"/>
                <a:cs typeface="Verdana"/>
                <a:sym typeface="Verdana"/>
              </a:defRPr>
            </a:lvl7pPr>
            <a:lvl8pPr marL="0" marR="0" lvl="7" indent="0" algn="r">
              <a:spcBef>
                <a:spcPts val="0"/>
              </a:spcBef>
              <a:buNone/>
              <a:defRPr sz="1200">
                <a:solidFill>
                  <a:schemeClr val="dk1"/>
                </a:solidFill>
                <a:latin typeface="Verdana"/>
                <a:ea typeface="Verdana"/>
                <a:cs typeface="Verdana"/>
                <a:sym typeface="Verdana"/>
              </a:defRPr>
            </a:lvl8pPr>
            <a:lvl9pPr marL="0" marR="0" lvl="8" indent="0" algn="r">
              <a:spcBef>
                <a:spcPts val="0"/>
              </a:spcBef>
              <a:buNone/>
              <a:defRPr sz="1200">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1pPr>
            <a:lvl2pPr marR="0" lvl="1"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2pPr>
            <a:lvl3pPr marR="0" lvl="2"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3pPr>
            <a:lvl4pPr marR="0" lvl="3"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4pPr>
            <a:lvl5pPr marR="0" lvl="4"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5pPr>
            <a:lvl6pPr marR="0" lvl="5"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6pPr>
            <a:lvl7pPr marR="0" lvl="6"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7pPr>
            <a:lvl8pPr marR="0" lvl="7"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8pPr>
            <a:lvl9pPr marR="0" lvl="8" algn="l" rtl="0">
              <a:spcBef>
                <a:spcPts val="0"/>
              </a:spcBef>
              <a:spcAft>
                <a:spcPts val="0"/>
              </a:spcAft>
              <a:buSzPts val="1400"/>
              <a:buNone/>
              <a:defRPr sz="3800" b="0" i="0" u="none" strike="noStrike" cap="none">
                <a:solidFill>
                  <a:schemeClr val="dk2"/>
                </a:solidFill>
                <a:latin typeface="Verdana"/>
                <a:ea typeface="Verdana"/>
                <a:cs typeface="Verdana"/>
                <a:sym typeface="Verdana"/>
              </a:defRPr>
            </a:lvl9pPr>
          </a:lstStyle>
          <a:p>
            <a:endParaRPr/>
          </a:p>
        </p:txBody>
      </p:sp>
      <p:sp>
        <p:nvSpPr>
          <p:cNvPr id="11" name="Google Shape;11;p10"/>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lvl1pPr marL="457200" marR="0" lvl="0" indent="-419100" algn="l" rtl="0">
              <a:spcBef>
                <a:spcPts val="600"/>
              </a:spcBef>
              <a:spcAft>
                <a:spcPts val="0"/>
              </a:spcAft>
              <a:buClr>
                <a:schemeClr val="accent2"/>
              </a:buClr>
              <a:buSzPts val="3000"/>
              <a:buFont typeface="Noto Sans Symbols"/>
              <a:buChar char="□"/>
              <a:defRPr sz="3000" b="0" i="0" u="none" strike="noStrike" cap="none">
                <a:solidFill>
                  <a:schemeClr val="dk1"/>
                </a:solidFill>
                <a:latin typeface="Verdana"/>
                <a:ea typeface="Verdana"/>
                <a:cs typeface="Verdana"/>
                <a:sym typeface="Verdana"/>
              </a:defRPr>
            </a:lvl1pPr>
            <a:lvl2pPr marL="914400" marR="0" lvl="1" indent="-393700" algn="l" rtl="0">
              <a:spcBef>
                <a:spcPts val="520"/>
              </a:spcBef>
              <a:spcAft>
                <a:spcPts val="0"/>
              </a:spcAft>
              <a:buClr>
                <a:schemeClr val="accent2"/>
              </a:buClr>
              <a:buSzPts val="2600"/>
              <a:buFont typeface="Noto Sans Symbols"/>
              <a:buChar char="■"/>
              <a:defRPr sz="2600" b="0" i="0" u="none" strike="noStrike" cap="none">
                <a:solidFill>
                  <a:schemeClr val="dk1"/>
                </a:solidFill>
                <a:latin typeface="Verdana"/>
                <a:ea typeface="Verdana"/>
                <a:cs typeface="Verdana"/>
                <a:sym typeface="Verdana"/>
              </a:defRPr>
            </a:lvl2pPr>
            <a:lvl3pPr marL="1371600" marR="0" lvl="2" indent="-374650" algn="l" rtl="0">
              <a:spcBef>
                <a:spcPts val="460"/>
              </a:spcBef>
              <a:spcAft>
                <a:spcPts val="0"/>
              </a:spcAft>
              <a:buClr>
                <a:schemeClr val="accent2"/>
              </a:buClr>
              <a:buSzPts val="2300"/>
              <a:buFont typeface="Noto Sans Symbols"/>
              <a:buChar char="□"/>
              <a:defRPr sz="2300" b="0" i="0" u="none" strike="noStrike" cap="none">
                <a:solidFill>
                  <a:schemeClr val="dk1"/>
                </a:solidFill>
                <a:latin typeface="Verdana"/>
                <a:ea typeface="Verdana"/>
                <a:cs typeface="Verdana"/>
                <a:sym typeface="Verdana"/>
              </a:defRPr>
            </a:lvl3pPr>
            <a:lvl4pPr marL="1828800" marR="0" lvl="3" indent="-355600" algn="l" rtl="0">
              <a:spcBef>
                <a:spcPts val="4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4pPr>
            <a:lvl5pPr marL="2286000" marR="0" lvl="4"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5pPr>
            <a:lvl6pPr marL="2743200" marR="0" lvl="5"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6pPr>
            <a:lvl7pPr marL="3200400" marR="0" lvl="6"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7pPr>
            <a:lvl8pPr marL="3657600" marR="0" lvl="7"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8pPr>
            <a:lvl9pPr marL="4114800" marR="0" lvl="8"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a:ea typeface="Verdana"/>
                <a:cs typeface="Verdana"/>
                <a:sym typeface="Verdana"/>
              </a:defRPr>
            </a:lvl9pPr>
          </a:lstStyle>
          <a:p>
            <a:endParaRPr/>
          </a:p>
        </p:txBody>
      </p:sp>
      <p:sp>
        <p:nvSpPr>
          <p:cNvPr id="12" name="Google Shape;12;p10"/>
          <p:cNvSpPr/>
          <p:nvPr/>
        </p:nvSpPr>
        <p:spPr>
          <a:xfrm>
            <a:off x="812800" y="1566864"/>
            <a:ext cx="10610851" cy="109537"/>
          </a:xfrm>
          <a:custGeom>
            <a:avLst/>
            <a:gdLst/>
            <a:ahLst/>
            <a:cxnLst/>
            <a:rect l="l" t="t" r="r" b="b"/>
            <a:pathLst>
              <a:path w="1000" h="1000" extrusionOk="0">
                <a:moveTo>
                  <a:pt x="0" y="0"/>
                </a:moveTo>
                <a:lnTo>
                  <a:pt x="585" y="0"/>
                </a:lnTo>
                <a:lnTo>
                  <a:pt x="585" y="1000"/>
                </a:lnTo>
                <a:lnTo>
                  <a:pt x="0" y="1000"/>
                </a:lnTo>
                <a:lnTo>
                  <a:pt x="0" y="0"/>
                </a:lnTo>
                <a:close/>
              </a:path>
              <a:path w="1000" h="1000" extrusionOk="0">
                <a:moveTo>
                  <a:pt x="0" y="0"/>
                </a:moveTo>
                <a:lnTo>
                  <a:pt x="1000" y="0"/>
                </a:lnTo>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cxnSp>
        <p:nvCxnSpPr>
          <p:cNvPr id="13" name="Google Shape;13;p10"/>
          <p:cNvCxnSpPr/>
          <p:nvPr/>
        </p:nvCxnSpPr>
        <p:spPr>
          <a:xfrm>
            <a:off x="812800" y="6172200"/>
            <a:ext cx="10566400" cy="0"/>
          </a:xfrm>
          <a:prstGeom prst="straightConnector1">
            <a:avLst/>
          </a:prstGeom>
          <a:noFill/>
          <a:ln w="9525" cap="flat" cmpd="sng">
            <a:solidFill>
              <a:schemeClr val="accent2"/>
            </a:solidFill>
            <a:prstDash val="solid"/>
            <a:round/>
            <a:headEnd type="none" w="med" len="med"/>
            <a:tailEnd type="none" w="med" len="med"/>
          </a:ln>
        </p:spPr>
      </p:cxnSp>
      <p:sp>
        <p:nvSpPr>
          <p:cNvPr id="14" name="Google Shape;14;p10"/>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5" name="Google Shape;15;p1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6" name="Google Shape;16;p10"/>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0" u="none">
                <a:solidFill>
                  <a:schemeClr val="dk1"/>
                </a:solidFill>
                <a:latin typeface="Verdana"/>
                <a:ea typeface="Verdana"/>
                <a:cs typeface="Verdana"/>
                <a:sym typeface="Verdana"/>
              </a:defRPr>
            </a:lvl1pPr>
            <a:lvl2pPr marL="0" marR="0" lvl="1" indent="0" algn="r" rtl="0">
              <a:spcBef>
                <a:spcPts val="0"/>
              </a:spcBef>
              <a:buNone/>
              <a:defRPr sz="1200" b="0" u="none">
                <a:solidFill>
                  <a:schemeClr val="dk1"/>
                </a:solidFill>
                <a:latin typeface="Verdana"/>
                <a:ea typeface="Verdana"/>
                <a:cs typeface="Verdana"/>
                <a:sym typeface="Verdana"/>
              </a:defRPr>
            </a:lvl2pPr>
            <a:lvl3pPr marL="0" marR="0" lvl="2" indent="0" algn="r" rtl="0">
              <a:spcBef>
                <a:spcPts val="0"/>
              </a:spcBef>
              <a:buNone/>
              <a:defRPr sz="1200" b="0" u="none">
                <a:solidFill>
                  <a:schemeClr val="dk1"/>
                </a:solidFill>
                <a:latin typeface="Verdana"/>
                <a:ea typeface="Verdana"/>
                <a:cs typeface="Verdana"/>
                <a:sym typeface="Verdana"/>
              </a:defRPr>
            </a:lvl3pPr>
            <a:lvl4pPr marL="0" marR="0" lvl="3" indent="0" algn="r" rtl="0">
              <a:spcBef>
                <a:spcPts val="0"/>
              </a:spcBef>
              <a:buNone/>
              <a:defRPr sz="1200" b="0" u="none">
                <a:solidFill>
                  <a:schemeClr val="dk1"/>
                </a:solidFill>
                <a:latin typeface="Verdana"/>
                <a:ea typeface="Verdana"/>
                <a:cs typeface="Verdana"/>
                <a:sym typeface="Verdana"/>
              </a:defRPr>
            </a:lvl4pPr>
            <a:lvl5pPr marL="0" marR="0" lvl="4" indent="0" algn="r" rtl="0">
              <a:spcBef>
                <a:spcPts val="0"/>
              </a:spcBef>
              <a:buNone/>
              <a:defRPr sz="1200" b="0" u="none">
                <a:solidFill>
                  <a:schemeClr val="dk1"/>
                </a:solidFill>
                <a:latin typeface="Verdana"/>
                <a:ea typeface="Verdana"/>
                <a:cs typeface="Verdana"/>
                <a:sym typeface="Verdana"/>
              </a:defRPr>
            </a:lvl5pPr>
            <a:lvl6pPr marL="0" marR="0" lvl="5" indent="0" algn="r" rtl="0">
              <a:spcBef>
                <a:spcPts val="0"/>
              </a:spcBef>
              <a:buNone/>
              <a:defRPr sz="1200" b="0" u="none">
                <a:solidFill>
                  <a:schemeClr val="dk1"/>
                </a:solidFill>
                <a:latin typeface="Verdana"/>
                <a:ea typeface="Verdana"/>
                <a:cs typeface="Verdana"/>
                <a:sym typeface="Verdana"/>
              </a:defRPr>
            </a:lvl6pPr>
            <a:lvl7pPr marL="0" marR="0" lvl="6" indent="0" algn="r" rtl="0">
              <a:spcBef>
                <a:spcPts val="0"/>
              </a:spcBef>
              <a:buNone/>
              <a:defRPr sz="1200" b="0" u="none">
                <a:solidFill>
                  <a:schemeClr val="dk1"/>
                </a:solidFill>
                <a:latin typeface="Verdana"/>
                <a:ea typeface="Verdana"/>
                <a:cs typeface="Verdana"/>
                <a:sym typeface="Verdana"/>
              </a:defRPr>
            </a:lvl7pPr>
            <a:lvl8pPr marL="0" marR="0" lvl="7" indent="0" algn="r" rtl="0">
              <a:spcBef>
                <a:spcPts val="0"/>
              </a:spcBef>
              <a:buNone/>
              <a:defRPr sz="1200" b="0" u="none">
                <a:solidFill>
                  <a:schemeClr val="dk1"/>
                </a:solidFill>
                <a:latin typeface="Verdana"/>
                <a:ea typeface="Verdana"/>
                <a:cs typeface="Verdana"/>
                <a:sym typeface="Verdana"/>
              </a:defRPr>
            </a:lvl8pPr>
            <a:lvl9pPr marL="0" marR="0" lvl="8" indent="0" algn="r" rtl="0">
              <a:spcBef>
                <a:spcPts val="0"/>
              </a:spcBef>
              <a:buNone/>
              <a:defRPr sz="1200" b="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90"/>
        <p:cNvGrpSpPr/>
        <p:nvPr/>
      </p:nvGrpSpPr>
      <p:grpSpPr>
        <a:xfrm>
          <a:off x="0" y="0"/>
          <a:ext cx="0" cy="0"/>
          <a:chOff x="0" y="0"/>
          <a:chExt cx="0" cy="0"/>
        </a:xfrm>
      </p:grpSpPr>
      <p:pic>
        <p:nvPicPr>
          <p:cNvPr id="91" name="Google Shape;91;p1"/>
          <p:cNvPicPr preferRelativeResize="0"/>
          <p:nvPr/>
        </p:nvPicPr>
        <p:blipFill rotWithShape="1">
          <a:blip r:embed="rId4">
            <a:alphaModFix/>
          </a:blip>
          <a:srcRect/>
          <a:stretch/>
        </p:blipFill>
        <p:spPr>
          <a:xfrm>
            <a:off x="11111491" y="64077"/>
            <a:ext cx="1000125" cy="1143000"/>
          </a:xfrm>
          <a:prstGeom prst="rect">
            <a:avLst/>
          </a:prstGeom>
          <a:noFill/>
          <a:ln>
            <a:noFill/>
          </a:ln>
        </p:spPr>
      </p:pic>
      <p:sp>
        <p:nvSpPr>
          <p:cNvPr id="92" name="Google Shape;92;p1"/>
          <p:cNvSpPr txBox="1"/>
          <p:nvPr/>
        </p:nvSpPr>
        <p:spPr>
          <a:xfrm>
            <a:off x="789712" y="2530618"/>
            <a:ext cx="10515600" cy="1325563"/>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7030A0"/>
              </a:buClr>
              <a:buSzPts val="4000"/>
              <a:buFont typeface="Verdana"/>
              <a:buNone/>
            </a:pPr>
            <a:r>
              <a:rPr lang="en-US" sz="4000" b="1" dirty="0">
                <a:solidFill>
                  <a:srgbClr val="7030A0"/>
                </a:solidFill>
                <a:latin typeface="Times New Roman"/>
                <a:ea typeface="Times New Roman"/>
                <a:cs typeface="Times New Roman"/>
                <a:sym typeface="Times New Roman"/>
              </a:rPr>
              <a:t>VISION TALK:INTELLIGENT READING AID USING OCR AND TTS</a:t>
            </a:r>
            <a:endParaRPr dirty="0"/>
          </a:p>
        </p:txBody>
      </p:sp>
      <p:sp>
        <p:nvSpPr>
          <p:cNvPr id="93" name="Google Shape;93;p1"/>
          <p:cNvSpPr txBox="1"/>
          <p:nvPr/>
        </p:nvSpPr>
        <p:spPr>
          <a:xfrm>
            <a:off x="962889" y="5183902"/>
            <a:ext cx="4010164" cy="830956"/>
          </a:xfrm>
          <a:prstGeom prst="rect">
            <a:avLst/>
          </a:prstGeom>
          <a:noFill/>
          <a:ln>
            <a:noFill/>
          </a:ln>
        </p:spPr>
        <p:txBody>
          <a:bodyPr spcFirstLastPara="1" wrap="square" lIns="91425" tIns="45700" rIns="91425" bIns="45700" anchor="t" anchorCtr="0">
            <a:spAutoFit/>
          </a:bodyPr>
          <a:lstStyle/>
          <a:p>
            <a:pPr lvl="0">
              <a:buClr>
                <a:srgbClr val="FF0000"/>
              </a:buClr>
              <a:buSzPts val="2400"/>
            </a:pPr>
            <a:r>
              <a:rPr lang="en-US" sz="2400" b="1" dirty="0">
                <a:solidFill>
                  <a:srgbClr val="FF0000"/>
                </a:solidFill>
                <a:latin typeface="Times New Roman"/>
                <a:ea typeface="Times New Roman"/>
                <a:cs typeface="Times New Roman"/>
                <a:sym typeface="Times New Roman"/>
              </a:rPr>
              <a:t>Dr.</a:t>
            </a:r>
            <a:r>
              <a:rPr lang="en-IN" sz="2400" b="1" dirty="0">
                <a:solidFill>
                  <a:srgbClr val="FF0000"/>
                </a:solidFill>
                <a:latin typeface="Times New Roman"/>
                <a:ea typeface="Times New Roman"/>
                <a:cs typeface="Times New Roman"/>
                <a:sym typeface="Times New Roman"/>
              </a:rPr>
              <a:t>N.DURAIMURUGAN</a:t>
            </a:r>
          </a:p>
          <a:p>
            <a:pPr lvl="0">
              <a:buClr>
                <a:srgbClr val="FF0000"/>
              </a:buClr>
              <a:buSzPts val="2400"/>
            </a:pPr>
            <a:r>
              <a:rPr lang="en-IN" sz="2400" b="1" dirty="0">
                <a:solidFill>
                  <a:srgbClr val="FF0000"/>
                </a:solidFill>
                <a:latin typeface="Times New Roman"/>
                <a:cs typeface="Times New Roman"/>
                <a:sym typeface="Times New Roman"/>
              </a:rPr>
              <a:t>ASSOCIATE PROFESSOR</a:t>
            </a:r>
            <a:endParaRPr dirty="0"/>
          </a:p>
        </p:txBody>
      </p:sp>
      <p:sp>
        <p:nvSpPr>
          <p:cNvPr id="94" name="Google Shape;94;p1"/>
          <p:cNvSpPr txBox="1"/>
          <p:nvPr/>
        </p:nvSpPr>
        <p:spPr>
          <a:xfrm>
            <a:off x="7295148" y="5183902"/>
            <a:ext cx="4010164" cy="830956"/>
          </a:xfrm>
          <a:prstGeom prst="rect">
            <a:avLst/>
          </a:prstGeom>
          <a:noFill/>
          <a:ln>
            <a:noFill/>
          </a:ln>
        </p:spPr>
        <p:txBody>
          <a:bodyPr spcFirstLastPara="1" wrap="square" lIns="91425" tIns="45700" rIns="91425" bIns="45700" anchor="t" anchorCtr="0">
            <a:spAutoFit/>
          </a:bodyPr>
          <a:lstStyle/>
          <a:p>
            <a:pPr lvl="0">
              <a:buClr>
                <a:srgbClr val="FF0000"/>
              </a:buClr>
              <a:buSzPts val="2400"/>
            </a:pPr>
            <a:r>
              <a:rPr lang="en-US" sz="2400" b="1" dirty="0">
                <a:solidFill>
                  <a:srgbClr val="FF0000"/>
                </a:solidFill>
                <a:latin typeface="Times New Roman"/>
                <a:ea typeface="Times New Roman"/>
                <a:cs typeface="Times New Roman"/>
                <a:sym typeface="Times New Roman"/>
              </a:rPr>
              <a:t>MUNEESH P 220701175</a:t>
            </a:r>
          </a:p>
          <a:p>
            <a:pPr marL="0" marR="0" lvl="0" indent="0" algn="l" rtl="0">
              <a:spcBef>
                <a:spcPts val="0"/>
              </a:spcBef>
              <a:spcAft>
                <a:spcPts val="0"/>
              </a:spcAft>
              <a:buClr>
                <a:srgbClr val="FF0000"/>
              </a:buClr>
              <a:buSzPts val="2400"/>
              <a:buFont typeface="Noto Sans Symbols"/>
              <a:buNone/>
            </a:pPr>
            <a:r>
              <a:rPr lang="en-US" sz="2400" b="1" dirty="0">
                <a:solidFill>
                  <a:srgbClr val="FF0000"/>
                </a:solidFill>
                <a:latin typeface="Times New Roman"/>
                <a:ea typeface="Times New Roman"/>
                <a:cs typeface="Times New Roman"/>
                <a:sym typeface="Times New Roman"/>
              </a:rPr>
              <a:t>NOVIN JENO S 220701190</a:t>
            </a:r>
            <a:endParaRPr dirty="0"/>
          </a:p>
        </p:txBody>
      </p:sp>
      <p:sp>
        <p:nvSpPr>
          <p:cNvPr id="95" name="Google Shape;95;p1"/>
          <p:cNvSpPr txBox="1"/>
          <p:nvPr/>
        </p:nvSpPr>
        <p:spPr>
          <a:xfrm>
            <a:off x="708891" y="1213137"/>
            <a:ext cx="10515600" cy="722457"/>
          </a:xfrm>
          <a:prstGeom prst="rect">
            <a:avLst/>
          </a:prstGeom>
          <a:noFill/>
          <a:ln>
            <a:noFill/>
          </a:ln>
        </p:spPr>
        <p:txBody>
          <a:bodyPr spcFirstLastPara="1" wrap="square" lIns="91425" tIns="45700" rIns="91425" bIns="45700" anchor="ctr" anchorCtr="0">
            <a:normAutofit fontScale="92500"/>
          </a:bodyPr>
          <a:lstStyle/>
          <a:p>
            <a:pPr marL="0" marR="0" lvl="0" indent="0" algn="ctr" rtl="0">
              <a:lnSpc>
                <a:spcPct val="90000"/>
              </a:lnSpc>
              <a:spcBef>
                <a:spcPts val="0"/>
              </a:spcBef>
              <a:spcAft>
                <a:spcPts val="0"/>
              </a:spcAft>
              <a:buClr>
                <a:srgbClr val="002060"/>
              </a:buClr>
              <a:buSzPct val="100000"/>
              <a:buFont typeface="Times New Roman"/>
              <a:buNone/>
            </a:pPr>
            <a:r>
              <a:rPr lang="en-US" sz="2800" b="1">
                <a:solidFill>
                  <a:srgbClr val="002060"/>
                </a:solidFill>
                <a:latin typeface="Times New Roman"/>
                <a:ea typeface="Times New Roman"/>
                <a:cs typeface="Times New Roman"/>
                <a:sym typeface="Times New Roman"/>
              </a:rPr>
              <a:t>DEPARTMENT OF COMPUTER SCIENCE AND ENGINEERING</a:t>
            </a:r>
            <a:endParaRPr sz="2800" b="1">
              <a:solidFill>
                <a:srgbClr val="002060"/>
              </a:solidFill>
              <a:latin typeface="Times New Roman"/>
              <a:ea typeface="Times New Roman"/>
              <a:cs typeface="Times New Roman"/>
              <a:sym typeface="Times New Roman"/>
            </a:endParaRPr>
          </a:p>
        </p:txBody>
      </p:sp>
      <p:pic>
        <p:nvPicPr>
          <p:cNvPr id="96" name="Google Shape;96;p1" descr="Index of /image"/>
          <p:cNvPicPr preferRelativeResize="0"/>
          <p:nvPr/>
        </p:nvPicPr>
        <p:blipFill rotWithShape="1">
          <a:blip r:embed="rId5">
            <a:alphaModFix/>
          </a:blip>
          <a:srcRect/>
          <a:stretch/>
        </p:blipFill>
        <p:spPr>
          <a:xfrm>
            <a:off x="0" y="64077"/>
            <a:ext cx="3756758" cy="121352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766233" y="304801"/>
            <a:ext cx="10668000" cy="12159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a:solidFill>
                  <a:srgbClr val="FF0000"/>
                </a:solidFill>
                <a:latin typeface="Times New Roman"/>
                <a:ea typeface="Times New Roman"/>
                <a:cs typeface="Times New Roman"/>
                <a:sym typeface="Times New Roman"/>
              </a:rPr>
              <a:t>INTRODUCTION</a:t>
            </a:r>
            <a:endParaRPr sz="2800">
              <a:latin typeface="Times New Roman"/>
              <a:ea typeface="Times New Roman"/>
              <a:cs typeface="Times New Roman"/>
              <a:sym typeface="Times New Roman"/>
            </a:endParaRPr>
          </a:p>
        </p:txBody>
      </p:sp>
      <p:sp>
        <p:nvSpPr>
          <p:cNvPr id="102" name="Google Shape;102;p2"/>
          <p:cNvSpPr txBox="1">
            <a:spLocks noGrp="1"/>
          </p:cNvSpPr>
          <p:nvPr>
            <p:ph type="body" idx="1"/>
          </p:nvPr>
        </p:nvSpPr>
        <p:spPr>
          <a:xfrm>
            <a:off x="812800" y="1749375"/>
            <a:ext cx="10668000" cy="4267200"/>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SzPts val="1100"/>
              <a:buNone/>
            </a:pPr>
            <a:r>
              <a:rPr lang="en-US" sz="2400" dirty="0">
                <a:latin typeface="Times New Roman" panose="02020603050405020304" pitchFamily="18" charset="0"/>
                <a:cs typeface="Times New Roman" panose="02020603050405020304" pitchFamily="18" charset="0"/>
              </a:rPr>
              <a:t>Visually impaired individuals face difficulties in accessing printed information, limiting their educational and personal growth. This project develops an assistive reading system using </a:t>
            </a:r>
            <a:r>
              <a:rPr lang="en-US" sz="2400" b="1" dirty="0">
                <a:latin typeface="Times New Roman" panose="02020603050405020304" pitchFamily="18" charset="0"/>
                <a:cs typeface="Times New Roman" panose="02020603050405020304" pitchFamily="18" charset="0"/>
              </a:rPr>
              <a:t>OCR</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TTS</a:t>
            </a:r>
            <a:r>
              <a:rPr lang="en-US" sz="2400" dirty="0">
                <a:latin typeface="Times New Roman" panose="02020603050405020304" pitchFamily="18" charset="0"/>
                <a:cs typeface="Times New Roman" panose="02020603050405020304" pitchFamily="18" charset="0"/>
              </a:rPr>
              <a:t> for Tamil and English documents, focusing on accuracy, affordability, and ease of use to promote inclusivity and independence.</a:t>
            </a:r>
          </a:p>
          <a:p>
            <a:pPr marL="0" lvl="0" indent="0">
              <a:spcBef>
                <a:spcPts val="0"/>
              </a:spcBef>
              <a:buClr>
                <a:schemeClr val="dk1"/>
              </a:buClr>
              <a:buSzPts val="1100"/>
              <a:buNone/>
            </a:pPr>
            <a:endParaRPr lang="en-US" sz="2400"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Key Points: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Converts printed Tamil and English text into speech.</a:t>
            </a:r>
          </a:p>
          <a:p>
            <a:r>
              <a:rPr lang="en-US" sz="2400" dirty="0">
                <a:latin typeface="Times New Roman" panose="02020603050405020304" pitchFamily="18" charset="0"/>
                <a:cs typeface="Times New Roman" panose="02020603050405020304" pitchFamily="18" charset="0"/>
              </a:rPr>
              <a:t>Uses OCR for accurate text extraction across fonts and layouts.</a:t>
            </a:r>
          </a:p>
          <a:p>
            <a:r>
              <a:rPr lang="en-US" sz="2400" dirty="0">
                <a:latin typeface="Times New Roman" panose="02020603050405020304" pitchFamily="18" charset="0"/>
                <a:cs typeface="Times New Roman" panose="02020603050405020304" pitchFamily="18" charset="0"/>
              </a:rPr>
              <a:t>Employs TTS to generate natural, human-like speech.</a:t>
            </a:r>
          </a:p>
          <a:p>
            <a:r>
              <a:rPr lang="en-US" sz="2400" dirty="0">
                <a:latin typeface="Times New Roman" panose="02020603050405020304" pitchFamily="18" charset="0"/>
                <a:cs typeface="Times New Roman" panose="02020603050405020304" pitchFamily="18" charset="0"/>
              </a:rPr>
              <a:t>Supports accessibility in homes, schools, libraries, and public spaces.</a:t>
            </a:r>
          </a:p>
          <a:p>
            <a:r>
              <a:rPr lang="en-US" sz="2400" dirty="0">
                <a:latin typeface="Times New Roman" panose="02020603050405020304" pitchFamily="18" charset="0"/>
                <a:cs typeface="Times New Roman" panose="02020603050405020304" pitchFamily="18" charset="0"/>
              </a:rPr>
              <a:t>Promotes independence and inclusivity for visually impaired individuals.</a:t>
            </a:r>
          </a:p>
          <a:p>
            <a:pPr marL="0" lvl="0" indent="0">
              <a:spcBef>
                <a:spcPts val="0"/>
              </a:spcBef>
              <a:buClr>
                <a:schemeClr val="dk1"/>
              </a:buClr>
              <a:buSzPts val="1100"/>
              <a:buNone/>
            </a:pP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103" name="Google Shape;103;p2"/>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
        <p:nvSpPr>
          <p:cNvPr id="104" name="Google Shape;104;p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05" name="Google Shape;105;p2"/>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a:solidFill>
                  <a:srgbClr val="FF0000"/>
                </a:solidFill>
                <a:latin typeface="Times New Roman"/>
                <a:ea typeface="Times New Roman"/>
                <a:cs typeface="Times New Roman"/>
                <a:sym typeface="Times New Roman"/>
              </a:rPr>
              <a:t>PROJECT OVERVIEW</a:t>
            </a:r>
            <a:endParaRPr sz="3200" b="1">
              <a:solidFill>
                <a:srgbClr val="FF0000"/>
              </a:solidFill>
              <a:latin typeface="Times New Roman"/>
              <a:ea typeface="Times New Roman"/>
              <a:cs typeface="Times New Roman"/>
              <a:sym typeface="Times New Roman"/>
            </a:endParaRPr>
          </a:p>
        </p:txBody>
      </p:sp>
      <p:sp>
        <p:nvSpPr>
          <p:cNvPr id="111" name="Google Shape;111;p3"/>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
        <p:nvSpPr>
          <p:cNvPr id="112" name="Google Shape;112;p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13" name="Google Shape;113;p3"/>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
        <p:nvSpPr>
          <p:cNvPr id="114" name="Google Shape;114;p3"/>
          <p:cNvSpPr txBox="1">
            <a:spLocks noGrp="1"/>
          </p:cNvSpPr>
          <p:nvPr>
            <p:ph type="body" idx="1"/>
          </p:nvPr>
        </p:nvSpPr>
        <p:spPr>
          <a:xfrm>
            <a:off x="960377" y="1870803"/>
            <a:ext cx="10801500" cy="4257535"/>
          </a:xfrm>
          <a:prstGeom prst="rect">
            <a:avLst/>
          </a:prstGeom>
          <a:noFill/>
          <a:ln>
            <a:noFill/>
          </a:ln>
        </p:spPr>
        <p:txBody>
          <a:bodyPr spcFirstLastPara="1" wrap="square" lIns="91425" tIns="45700" rIns="91425" bIns="45700" anchor="ctr" anchorCtr="0">
            <a:spAutoFit/>
          </a:bodyPr>
          <a:lstStyle/>
          <a:p>
            <a:r>
              <a:rPr lang="en-US" sz="2400" dirty="0">
                <a:latin typeface="Times New Roman" panose="02020603050405020304" pitchFamily="18" charset="0"/>
                <a:cs typeface="Times New Roman" panose="02020603050405020304" pitchFamily="18" charset="0"/>
              </a:rPr>
              <a:t>This project aims to develop an </a:t>
            </a:r>
            <a:r>
              <a:rPr lang="en-US" sz="2400" b="1" dirty="0">
                <a:latin typeface="Times New Roman" panose="02020603050405020304" pitchFamily="18" charset="0"/>
                <a:cs typeface="Times New Roman" panose="02020603050405020304" pitchFamily="18" charset="0"/>
              </a:rPr>
              <a:t>assistive reading system</a:t>
            </a:r>
            <a:r>
              <a:rPr lang="en-US" sz="2400" dirty="0">
                <a:latin typeface="Times New Roman" panose="02020603050405020304" pitchFamily="18" charset="0"/>
                <a:cs typeface="Times New Roman" panose="02020603050405020304" pitchFamily="18" charset="0"/>
              </a:rPr>
              <a:t> that empowers visually impaired individuals by converting printed Tamil and English text into speech. The system integrates </a:t>
            </a:r>
            <a:r>
              <a:rPr lang="en-US" sz="2400" b="1" dirty="0">
                <a:latin typeface="Times New Roman" panose="02020603050405020304" pitchFamily="18" charset="0"/>
                <a:cs typeface="Times New Roman" panose="02020603050405020304" pitchFamily="18" charset="0"/>
              </a:rPr>
              <a:t>Optical Character Recognition (OCR)</a:t>
            </a:r>
            <a:r>
              <a:rPr lang="en-US" sz="2400" dirty="0">
                <a:latin typeface="Times New Roman" panose="02020603050405020304" pitchFamily="18" charset="0"/>
                <a:cs typeface="Times New Roman" panose="02020603050405020304" pitchFamily="18" charset="0"/>
              </a:rPr>
              <a:t> for accurate text extraction and </a:t>
            </a:r>
            <a:r>
              <a:rPr lang="en-US" sz="2400" b="1" dirty="0">
                <a:latin typeface="Times New Roman" panose="02020603050405020304" pitchFamily="18" charset="0"/>
                <a:cs typeface="Times New Roman" panose="02020603050405020304" pitchFamily="18" charset="0"/>
              </a:rPr>
              <a:t>Text-to-Speech (TTS)</a:t>
            </a:r>
            <a:r>
              <a:rPr lang="en-US" sz="2400" dirty="0">
                <a:latin typeface="Times New Roman" panose="02020603050405020304" pitchFamily="18" charset="0"/>
                <a:cs typeface="Times New Roman" panose="02020603050405020304" pitchFamily="18" charset="0"/>
              </a:rPr>
              <a:t> for generating natural, human-like audio output. It is designed to handle varied fonts, layouts, and print qualities, ensuring reliable performance across different types of documents.</a:t>
            </a:r>
          </a:p>
          <a:p>
            <a:r>
              <a:rPr lang="en-US" sz="2400" dirty="0">
                <a:latin typeface="Times New Roman" panose="02020603050405020304" pitchFamily="18" charset="0"/>
                <a:cs typeface="Times New Roman" panose="02020603050405020304" pitchFamily="18" charset="0"/>
              </a:rPr>
              <a:t>With a focus on </a:t>
            </a:r>
            <a:r>
              <a:rPr lang="en-US" sz="2400" b="1" dirty="0">
                <a:latin typeface="Times New Roman" panose="02020603050405020304" pitchFamily="18" charset="0"/>
                <a:cs typeface="Times New Roman" panose="02020603050405020304" pitchFamily="18" charset="0"/>
              </a:rPr>
              <a:t>affordability, user-friendliness, and adaptability</a:t>
            </a:r>
            <a:r>
              <a:rPr lang="en-US" sz="2400" dirty="0">
                <a:latin typeface="Times New Roman" panose="02020603050405020304" pitchFamily="18" charset="0"/>
                <a:cs typeface="Times New Roman" panose="02020603050405020304" pitchFamily="18" charset="0"/>
              </a:rPr>
              <a:t>, the system can be used in diverse environments such as homes, schools, libraries, and public service centers. By bridging the gap between printed material and auditory comprehension, this project promotes </a:t>
            </a:r>
            <a:r>
              <a:rPr lang="en-US" sz="2400" b="1" dirty="0">
                <a:latin typeface="Times New Roman" panose="02020603050405020304" pitchFamily="18" charset="0"/>
                <a:cs typeface="Times New Roman" panose="02020603050405020304" pitchFamily="18" charset="0"/>
              </a:rPr>
              <a:t>accessibility, inclusivity, and independence</a:t>
            </a:r>
            <a:r>
              <a:rPr lang="en-US" sz="2400" dirty="0">
                <a:latin typeface="Times New Roman" panose="02020603050405020304" pitchFamily="18" charset="0"/>
                <a:cs typeface="Times New Roman" panose="02020603050405020304" pitchFamily="18" charset="0"/>
              </a:rPr>
              <a:t>, improving the quality of life for visually impaired individuals.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766233" y="183223"/>
            <a:ext cx="10668000" cy="12159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a:solidFill>
                  <a:srgbClr val="FF0000"/>
                </a:solidFill>
                <a:latin typeface="Times New Roman"/>
                <a:ea typeface="Times New Roman"/>
                <a:cs typeface="Times New Roman"/>
                <a:sym typeface="Times New Roman"/>
              </a:rPr>
              <a:t>EXISTING SYSTEM</a:t>
            </a:r>
            <a:endParaRPr sz="3200">
              <a:latin typeface="Times New Roman"/>
              <a:ea typeface="Times New Roman"/>
              <a:cs typeface="Times New Roman"/>
              <a:sym typeface="Times New Roman"/>
            </a:endParaRPr>
          </a:p>
        </p:txBody>
      </p:sp>
      <p:sp>
        <p:nvSpPr>
          <p:cNvPr id="120" name="Google Shape;120;p4"/>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114300" indent="0">
              <a:buNone/>
            </a:pPr>
            <a:r>
              <a:rPr lang="en-US" sz="2400" dirty="0">
                <a:latin typeface="Times New Roman" panose="02020603050405020304" pitchFamily="18" charset="0"/>
                <a:cs typeface="Times New Roman" panose="02020603050405020304" pitchFamily="18" charset="0"/>
              </a:rPr>
              <a:t>Currently, several assistive technologies are available for visually impaired individuals to access printed information. However, these systems face notable limitations that reduce their effectiveness in real-world use.</a:t>
            </a:r>
          </a:p>
          <a:p>
            <a:r>
              <a:rPr lang="en-US" sz="2400" b="1" dirty="0">
                <a:latin typeface="Times New Roman" panose="02020603050405020304" pitchFamily="18" charset="0"/>
                <a:cs typeface="Times New Roman" panose="02020603050405020304" pitchFamily="18" charset="0"/>
              </a:rPr>
              <a:t>Screen Readers:</a:t>
            </a:r>
            <a:r>
              <a:rPr lang="en-US" sz="2400" dirty="0">
                <a:latin typeface="Times New Roman" panose="02020603050405020304" pitchFamily="18" charset="0"/>
                <a:cs typeface="Times New Roman" panose="02020603050405020304" pitchFamily="18" charset="0"/>
              </a:rPr>
              <a:t> These tools read aloud digital text but cannot directly process printed materials without prior digitization.</a:t>
            </a:r>
          </a:p>
          <a:p>
            <a:r>
              <a:rPr lang="en-US" sz="2400" b="1" dirty="0">
                <a:latin typeface="Times New Roman" panose="02020603050405020304" pitchFamily="18" charset="0"/>
                <a:cs typeface="Times New Roman" panose="02020603050405020304" pitchFamily="18" charset="0"/>
              </a:rPr>
              <a:t>Mobile Applications:</a:t>
            </a:r>
            <a:r>
              <a:rPr lang="en-US" sz="2400" dirty="0">
                <a:latin typeface="Times New Roman" panose="02020603050405020304" pitchFamily="18" charset="0"/>
                <a:cs typeface="Times New Roman" panose="02020603050405020304" pitchFamily="18" charset="0"/>
              </a:rPr>
              <a:t> Apps exist that capture and read text, but many struggle with </a:t>
            </a:r>
            <a:r>
              <a:rPr lang="en-US" sz="2400" b="1" dirty="0">
                <a:latin typeface="Times New Roman" panose="02020603050405020304" pitchFamily="18" charset="0"/>
                <a:cs typeface="Times New Roman" panose="02020603050405020304" pitchFamily="18" charset="0"/>
              </a:rPr>
              <a:t>low accuracy</a:t>
            </a:r>
            <a:r>
              <a:rPr lang="en-US" sz="2400" dirty="0">
                <a:latin typeface="Times New Roman" panose="02020603050405020304" pitchFamily="18" charset="0"/>
                <a:cs typeface="Times New Roman" panose="02020603050405020304" pitchFamily="18" charset="0"/>
              </a:rPr>
              <a:t>, especially for regional languages like Tamil, and may not handle complex layouts or varied fonts effectively.</a:t>
            </a:r>
          </a:p>
          <a:p>
            <a:r>
              <a:rPr lang="en-US" sz="2400" b="1" dirty="0">
                <a:latin typeface="Times New Roman" panose="02020603050405020304" pitchFamily="18" charset="0"/>
                <a:cs typeface="Times New Roman" panose="02020603050405020304" pitchFamily="18" charset="0"/>
              </a:rPr>
              <a:t>TTS Tools:</a:t>
            </a:r>
            <a:r>
              <a:rPr lang="en-US" sz="2400" dirty="0">
                <a:latin typeface="Times New Roman" panose="02020603050405020304" pitchFamily="18" charset="0"/>
                <a:cs typeface="Times New Roman" panose="02020603050405020304" pitchFamily="18" charset="0"/>
              </a:rPr>
              <a:t> Text-to-Speech software provides audio output, but it generally depends on already digitized text and lacks integration with OCR for printed documents.</a:t>
            </a:r>
          </a:p>
        </p:txBody>
      </p:sp>
      <p:sp>
        <p:nvSpPr>
          <p:cNvPr id="121" name="Google Shape;121;p4"/>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
        <p:nvSpPr>
          <p:cNvPr id="122" name="Google Shape;122;p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23" name="Google Shape;123;p4"/>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a:solidFill>
                  <a:srgbClr val="FF0000"/>
                </a:solidFill>
                <a:latin typeface="Times New Roman"/>
                <a:ea typeface="Times New Roman"/>
                <a:cs typeface="Times New Roman"/>
                <a:sym typeface="Times New Roman"/>
              </a:rPr>
              <a:t>PROBLEM STATEMENT </a:t>
            </a:r>
            <a:endParaRPr sz="2800">
              <a:latin typeface="Times New Roman"/>
              <a:ea typeface="Times New Roman"/>
              <a:cs typeface="Times New Roman"/>
              <a:sym typeface="Times New Roman"/>
            </a:endParaRPr>
          </a:p>
        </p:txBody>
      </p:sp>
      <p:sp>
        <p:nvSpPr>
          <p:cNvPr id="129" name="Google Shape;129;p5"/>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114300" indent="0">
              <a:buNone/>
            </a:pPr>
            <a:r>
              <a:rPr lang="en-US" sz="2400" dirty="0">
                <a:latin typeface="Times New Roman" panose="02020603050405020304" pitchFamily="18" charset="0"/>
                <a:cs typeface="Times New Roman" panose="02020603050405020304" pitchFamily="18" charset="0"/>
              </a:rPr>
              <a:t>Visually impaired individuals face significant challenges in accessing printed materials, which restricts their opportunities in education, daily life, and personal growth. Existing assistive technologies, such as screen readers, OCR devices, and mobile applications, are often expensive, limited to certain languages, inaccurate with complex text layouts, or not user-friendly. In particular, support for regional languages like Tamil is insufficient. </a:t>
            </a:r>
          </a:p>
          <a:p>
            <a:pPr marL="114300" indent="0">
              <a:buNone/>
            </a:pPr>
            <a:r>
              <a:rPr lang="en-US" sz="2400" dirty="0">
                <a:latin typeface="Times New Roman" panose="02020603050405020304" pitchFamily="18" charset="0"/>
                <a:cs typeface="Times New Roman" panose="02020603050405020304" pitchFamily="18" charset="0"/>
              </a:rPr>
              <a:t>There is a need for a cost-effective, accurate, and user-friendly assistive reading system that can extract text from printed Tamil and English documents and convert it into natural, human-like speech in real time, thereby enhancing accessibility and independence for visually impaired individuals.</a:t>
            </a:r>
          </a:p>
        </p:txBody>
      </p:sp>
      <p:sp>
        <p:nvSpPr>
          <p:cNvPr id="130" name="Google Shape;130;p5"/>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
        <p:nvSpPr>
          <p:cNvPr id="131" name="Google Shape;131;p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32" name="Google Shape;132;p5"/>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36"/>
        <p:cNvGrpSpPr/>
        <p:nvPr/>
      </p:nvGrpSpPr>
      <p:grpSpPr>
        <a:xfrm>
          <a:off x="0" y="0"/>
          <a:ext cx="0" cy="0"/>
          <a:chOff x="0" y="0"/>
          <a:chExt cx="0" cy="0"/>
        </a:xfrm>
      </p:grpSpPr>
      <p:sp>
        <p:nvSpPr>
          <p:cNvPr id="137" name="Google Shape;137;p6"/>
          <p:cNvSpPr txBox="1">
            <a:spLocks noGrp="1"/>
          </p:cNvSpPr>
          <p:nvPr>
            <p:ph type="title"/>
          </p:nvPr>
        </p:nvSpPr>
        <p:spPr>
          <a:xfrm>
            <a:off x="885283" y="-498874"/>
            <a:ext cx="10668000" cy="12159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a:solidFill>
                  <a:srgbClr val="FF0000"/>
                </a:solidFill>
                <a:latin typeface="Times New Roman"/>
                <a:ea typeface="Times New Roman"/>
                <a:cs typeface="Times New Roman"/>
                <a:sym typeface="Times New Roman"/>
              </a:rPr>
              <a:t>OBJECTIVES AND SCOPE</a:t>
            </a:r>
            <a:endParaRPr sz="2800">
              <a:latin typeface="Times New Roman"/>
              <a:ea typeface="Times New Roman"/>
              <a:cs typeface="Times New Roman"/>
              <a:sym typeface="Times New Roman"/>
            </a:endParaRPr>
          </a:p>
        </p:txBody>
      </p:sp>
      <p:sp>
        <p:nvSpPr>
          <p:cNvPr id="138" name="Google Shape;138;p6"/>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114300" indent="0">
              <a:buNone/>
            </a:pPr>
            <a:r>
              <a:rPr lang="en-US" sz="2400" b="1" dirty="0">
                <a:latin typeface="Times New Roman" panose="02020603050405020304" pitchFamily="18" charset="0"/>
                <a:cs typeface="Times New Roman" panose="02020603050405020304" pitchFamily="18" charset="0"/>
              </a:rPr>
              <a:t>Objectives</a:t>
            </a:r>
          </a:p>
          <a:p>
            <a:r>
              <a:rPr lang="en-US" sz="2400" dirty="0">
                <a:latin typeface="Times New Roman" panose="02020603050405020304" pitchFamily="18" charset="0"/>
                <a:cs typeface="Times New Roman" panose="02020603050405020304" pitchFamily="18" charset="0"/>
              </a:rPr>
              <a:t>To develop an assistive reading system that integrates </a:t>
            </a:r>
            <a:r>
              <a:rPr lang="en-US" sz="2400" b="1" dirty="0">
                <a:latin typeface="Times New Roman" panose="02020603050405020304" pitchFamily="18" charset="0"/>
                <a:cs typeface="Times New Roman" panose="02020603050405020304" pitchFamily="18" charset="0"/>
              </a:rPr>
              <a:t>OCR</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TTS</a:t>
            </a:r>
            <a:r>
              <a:rPr lang="en-US" sz="2400" dirty="0">
                <a:latin typeface="Times New Roman" panose="02020603050405020304" pitchFamily="18" charset="0"/>
                <a:cs typeface="Times New Roman" panose="02020603050405020304" pitchFamily="18" charset="0"/>
              </a:rPr>
              <a:t> technologies.</a:t>
            </a:r>
          </a:p>
          <a:p>
            <a:r>
              <a:rPr lang="en-US" sz="2400" dirty="0">
                <a:latin typeface="Times New Roman" panose="02020603050405020304" pitchFamily="18" charset="0"/>
                <a:cs typeface="Times New Roman" panose="02020603050405020304" pitchFamily="18" charset="0"/>
              </a:rPr>
              <a:t>To accurately extract text from printed </a:t>
            </a:r>
            <a:r>
              <a:rPr lang="en-US" sz="2400" b="1" dirty="0">
                <a:latin typeface="Times New Roman" panose="02020603050405020304" pitchFamily="18" charset="0"/>
                <a:cs typeface="Times New Roman" panose="02020603050405020304" pitchFamily="18" charset="0"/>
              </a:rPr>
              <a:t>Tamil and English</a:t>
            </a:r>
            <a:r>
              <a:rPr lang="en-US" sz="2400" dirty="0">
                <a:latin typeface="Times New Roman" panose="02020603050405020304" pitchFamily="18" charset="0"/>
                <a:cs typeface="Times New Roman" panose="02020603050405020304" pitchFamily="18" charset="0"/>
              </a:rPr>
              <a:t> documents, even with varied fonts and layouts.</a:t>
            </a:r>
          </a:p>
          <a:p>
            <a:r>
              <a:rPr lang="en-US" sz="2400" dirty="0">
                <a:latin typeface="Times New Roman" panose="02020603050405020304" pitchFamily="18" charset="0"/>
                <a:cs typeface="Times New Roman" panose="02020603050405020304" pitchFamily="18" charset="0"/>
              </a:rPr>
              <a:t>To convert extracted text into </a:t>
            </a:r>
            <a:r>
              <a:rPr lang="en-US" sz="2400" b="1" dirty="0">
                <a:latin typeface="Times New Roman" panose="02020603050405020304" pitchFamily="18" charset="0"/>
                <a:cs typeface="Times New Roman" panose="02020603050405020304" pitchFamily="18" charset="0"/>
              </a:rPr>
              <a:t>natural, human-like speech</a:t>
            </a:r>
            <a:r>
              <a:rPr lang="en-US" sz="2400" dirty="0">
                <a:latin typeface="Times New Roman" panose="02020603050405020304" pitchFamily="18" charset="0"/>
                <a:cs typeface="Times New Roman" panose="02020603050405020304" pitchFamily="18" charset="0"/>
              </a:rPr>
              <a:t> in real time.</a:t>
            </a:r>
          </a:p>
          <a:p>
            <a:pPr marL="114300" indent="0">
              <a:buNone/>
            </a:pPr>
            <a:r>
              <a:rPr lang="en-IN" sz="2400" b="1" dirty="0">
                <a:latin typeface="Times New Roman" panose="02020603050405020304" pitchFamily="18" charset="0"/>
                <a:cs typeface="Times New Roman" panose="02020603050405020304" pitchFamily="18" charset="0"/>
              </a:rPr>
              <a:t>Scope</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solution will be adaptable for use in </a:t>
            </a:r>
            <a:r>
              <a:rPr lang="en-US" sz="2400" b="1" dirty="0">
                <a:latin typeface="Times New Roman" panose="02020603050405020304" pitchFamily="18" charset="0"/>
                <a:cs typeface="Times New Roman" panose="02020603050405020304" pitchFamily="18" charset="0"/>
              </a:rPr>
              <a:t>homes, schools, libraries, and public service centers</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Future scope includes extending support to </a:t>
            </a:r>
            <a:r>
              <a:rPr lang="en-US" sz="2400" b="1" dirty="0">
                <a:latin typeface="Times New Roman" panose="02020603050405020304" pitchFamily="18" charset="0"/>
                <a:cs typeface="Times New Roman" panose="02020603050405020304" pitchFamily="18" charset="0"/>
              </a:rPr>
              <a:t>more regional languages</a:t>
            </a:r>
            <a:r>
              <a:rPr lang="en-US" sz="2400" dirty="0">
                <a:latin typeface="Times New Roman" panose="02020603050405020304" pitchFamily="18" charset="0"/>
                <a:cs typeface="Times New Roman" panose="02020603050405020304" pitchFamily="18" charset="0"/>
              </a:rPr>
              <a:t> and integrating the system with </a:t>
            </a:r>
            <a:r>
              <a:rPr lang="en-US" sz="2400" b="1" dirty="0">
                <a:latin typeface="Times New Roman" panose="02020603050405020304" pitchFamily="18" charset="0"/>
                <a:cs typeface="Times New Roman" panose="02020603050405020304" pitchFamily="18" charset="0"/>
              </a:rPr>
              <a:t>mobile or wearable devices</a:t>
            </a:r>
            <a:r>
              <a:rPr lang="en-US" sz="2400" dirty="0">
                <a:latin typeface="Times New Roman" panose="02020603050405020304" pitchFamily="18" charset="0"/>
                <a:cs typeface="Times New Roman" panose="02020603050405020304" pitchFamily="18" charset="0"/>
              </a:rPr>
              <a:t> for enhanced usability.</a:t>
            </a:r>
          </a:p>
          <a:p>
            <a:endParaRPr lang="en-US" sz="2400" dirty="0">
              <a:latin typeface="Times New Roman" panose="02020603050405020304" pitchFamily="18" charset="0"/>
              <a:cs typeface="Times New Roman" panose="02020603050405020304" pitchFamily="18" charset="0"/>
            </a:endParaRPr>
          </a:p>
        </p:txBody>
      </p:sp>
      <p:sp>
        <p:nvSpPr>
          <p:cNvPr id="139" name="Google Shape;139;p6"/>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
        <p:nvSpPr>
          <p:cNvPr id="140" name="Google Shape;140;p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41" name="Google Shape;141;p6"/>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45"/>
        <p:cNvGrpSpPr/>
        <p:nvPr/>
      </p:nvGrpSpPr>
      <p:grpSpPr>
        <a:xfrm>
          <a:off x="0" y="0"/>
          <a:ext cx="0" cy="0"/>
          <a:chOff x="0" y="0"/>
          <a:chExt cx="0" cy="0"/>
        </a:xfrm>
      </p:grpSpPr>
      <p:sp>
        <p:nvSpPr>
          <p:cNvPr id="146" name="Google Shape;146;p7"/>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a:solidFill>
                  <a:srgbClr val="FF0000"/>
                </a:solidFill>
                <a:latin typeface="Times New Roman"/>
                <a:ea typeface="Times New Roman"/>
                <a:cs typeface="Times New Roman"/>
                <a:sym typeface="Times New Roman"/>
              </a:rPr>
              <a:t>LITERATURE SURVEY </a:t>
            </a:r>
            <a:endParaRPr sz="2800" b="1">
              <a:solidFill>
                <a:srgbClr val="FF0000"/>
              </a:solidFill>
              <a:latin typeface="Times New Roman"/>
              <a:ea typeface="Times New Roman"/>
              <a:cs typeface="Times New Roman"/>
              <a:sym typeface="Times New Roman"/>
            </a:endParaRPr>
          </a:p>
        </p:txBody>
      </p:sp>
      <p:sp>
        <p:nvSpPr>
          <p:cNvPr id="147" name="Google Shape;147;p7"/>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
        <p:nvSpPr>
          <p:cNvPr id="148" name="Google Shape;148;p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49" name="Google Shape;149;p7"/>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graphicFrame>
        <p:nvGraphicFramePr>
          <p:cNvPr id="150" name="Google Shape;150;p7"/>
          <p:cNvGraphicFramePr/>
          <p:nvPr>
            <p:extLst>
              <p:ext uri="{D42A27DB-BD31-4B8C-83A1-F6EECF244321}">
                <p14:modId xmlns:p14="http://schemas.microsoft.com/office/powerpoint/2010/main" val="3899517547"/>
              </p:ext>
            </p:extLst>
          </p:nvPr>
        </p:nvGraphicFramePr>
        <p:xfrm>
          <a:off x="766233" y="1429355"/>
          <a:ext cx="10617200" cy="4845980"/>
        </p:xfrm>
        <a:graphic>
          <a:graphicData uri="http://schemas.openxmlformats.org/drawingml/2006/table">
            <a:tbl>
              <a:tblPr firstRow="1" bandRow="1">
                <a:noFill/>
                <a:tableStyleId>{5BCCA2ED-61F4-46AA-9B53-6E62A283E16F}</a:tableStyleId>
              </a:tblPr>
              <a:tblGrid>
                <a:gridCol w="2160250">
                  <a:extLst>
                    <a:ext uri="{9D8B030D-6E8A-4147-A177-3AD203B41FA5}">
                      <a16:colId xmlns:a16="http://schemas.microsoft.com/office/drawing/2014/main" val="20000"/>
                    </a:ext>
                  </a:extLst>
                </a:gridCol>
                <a:gridCol w="2689813">
                  <a:extLst>
                    <a:ext uri="{9D8B030D-6E8A-4147-A177-3AD203B41FA5}">
                      <a16:colId xmlns:a16="http://schemas.microsoft.com/office/drawing/2014/main" val="20001"/>
                    </a:ext>
                  </a:extLst>
                </a:gridCol>
                <a:gridCol w="3091987">
                  <a:extLst>
                    <a:ext uri="{9D8B030D-6E8A-4147-A177-3AD203B41FA5}">
                      <a16:colId xmlns:a16="http://schemas.microsoft.com/office/drawing/2014/main" val="20002"/>
                    </a:ext>
                  </a:extLst>
                </a:gridCol>
                <a:gridCol w="2675150">
                  <a:extLst>
                    <a:ext uri="{9D8B030D-6E8A-4147-A177-3AD203B41FA5}">
                      <a16:colId xmlns:a16="http://schemas.microsoft.com/office/drawing/2014/main" val="20003"/>
                    </a:ext>
                  </a:extLst>
                </a:gridCol>
              </a:tblGrid>
              <a:tr h="395880">
                <a:tc>
                  <a:txBody>
                    <a:bodyPr/>
                    <a:lstStyle/>
                    <a:p>
                      <a:pPr marL="0" marR="0" lvl="0" indent="0" algn="ctr" rtl="0">
                        <a:spcBef>
                          <a:spcPts val="0"/>
                        </a:spcBef>
                        <a:spcAft>
                          <a:spcPts val="0"/>
                        </a:spcAft>
                        <a:buNone/>
                      </a:pPr>
                      <a:r>
                        <a:rPr lang="en-US" sz="1800" u="none" strike="noStrike" cap="none" dirty="0">
                          <a:latin typeface="Times New Roman"/>
                          <a:ea typeface="Times New Roman"/>
                          <a:cs typeface="Times New Roman"/>
                          <a:sym typeface="Times New Roman"/>
                        </a:rPr>
                        <a:t>Author(s) / Year</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latin typeface="Times New Roman"/>
                          <a:ea typeface="Times New Roman"/>
                          <a:cs typeface="Times New Roman"/>
                          <a:sym typeface="Times New Roman"/>
                        </a:rPr>
                        <a:t>Title of the Paper</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latin typeface="Times New Roman"/>
                          <a:ea typeface="Times New Roman"/>
                          <a:cs typeface="Times New Roman"/>
                          <a:sym typeface="Times New Roman"/>
                        </a:rPr>
                        <a:t>Methodology / Approach</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latin typeface="Times New Roman"/>
                          <a:ea typeface="Times New Roman"/>
                          <a:cs typeface="Times New Roman"/>
                          <a:sym typeface="Times New Roman"/>
                        </a:rPr>
                        <a:t>Inference</a:t>
                      </a:r>
                      <a:endParaRPr sz="1800" u="none" strike="noStrike" cap="none" dirty="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755661">
                <a:tc>
                  <a:txBody>
                    <a:bodyPr/>
                    <a:lstStyle/>
                    <a:p>
                      <a:pPr marL="0" marR="0" lvl="0" indent="0" algn="l" rtl="0">
                        <a:spcBef>
                          <a:spcPts val="0"/>
                        </a:spcBef>
                        <a:spcAft>
                          <a:spcPts val="0"/>
                        </a:spcAft>
                        <a:buNone/>
                      </a:pPr>
                      <a:r>
                        <a:rPr lang="en-IN" sz="1800" dirty="0"/>
                        <a:t>Kannan et al. / 2008</a:t>
                      </a: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None/>
                      </a:pPr>
                      <a:r>
                        <a:rPr lang="en-IN" sz="2000" dirty="0">
                          <a:latin typeface="Times New Roman" panose="02020603050405020304" pitchFamily="18" charset="0"/>
                          <a:cs typeface="Times New Roman" panose="02020603050405020304" pitchFamily="18" charset="0"/>
                        </a:rPr>
                        <a:t>A Complete Tamil Optical Character Recognition System</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Rule-based preprocessing + classical OCR pipeline (segmentation, feature extraction, classifier) to map printed Tamil to Unicode</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Demonstrated a font- and size-independent OCR for printed Tamil but limited by older feature-based methods and dataset coverage. </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1"/>
                  </a:ext>
                </a:extLst>
              </a:tr>
              <a:tr h="2313010">
                <a:tc>
                  <a:txBody>
                    <a:bodyPr/>
                    <a:lstStyle/>
                    <a:p>
                      <a:pPr marL="0" marR="0" lvl="0" indent="0" algn="l" rtl="0">
                        <a:spcBef>
                          <a:spcPts val="0"/>
                        </a:spcBef>
                        <a:spcAft>
                          <a:spcPts val="0"/>
                        </a:spcAft>
                        <a:buNone/>
                      </a:pPr>
                      <a:r>
                        <a:rPr lang="en-IN" sz="2000" dirty="0">
                          <a:latin typeface="Times New Roman" panose="02020603050405020304" pitchFamily="18" charset="0"/>
                          <a:cs typeface="Times New Roman" panose="02020603050405020304" pitchFamily="18" charset="0"/>
                        </a:rPr>
                        <a:t>S. Raghavan / 2005</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Optical Character Recognition for printed Tamil text using Unicode</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Image preprocessing + character segmentation + template/feature matching to produce Unicode Tamil</a:t>
                      </a:r>
                      <a:r>
                        <a:rPr lang="en-US" sz="2000" dirty="0">
                          <a:latin typeface="Times New Roman" panose="02020603050405020304" pitchFamily="18" charset="0"/>
                          <a:ea typeface="Times New Roman"/>
                          <a:cs typeface="Times New Roman" panose="02020603050405020304" pitchFamily="18" charset="0"/>
                          <a:sym typeface="Times New Roman"/>
                        </a:rPr>
                        <a:t>.</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Early demonstration that printed-Tamil → Unicode OCR is feasible; highlighted challenges with compound characters and need for robust segmentation.</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3" sy="100003" flip="none" algn="tl"/>
        </a:blipFill>
        <a:effectLst/>
      </p:bgPr>
    </p:bg>
    <p:spTree>
      <p:nvGrpSpPr>
        <p:cNvPr id="1" name="Shape 154"/>
        <p:cNvGrpSpPr/>
        <p:nvPr/>
      </p:nvGrpSpPr>
      <p:grpSpPr>
        <a:xfrm>
          <a:off x="0" y="0"/>
          <a:ext cx="0" cy="0"/>
          <a:chOff x="0" y="0"/>
          <a:chExt cx="0" cy="0"/>
        </a:xfrm>
      </p:grpSpPr>
      <p:sp>
        <p:nvSpPr>
          <p:cNvPr id="155" name="Google Shape;155;g37d73033562_0_22"/>
          <p:cNvSpPr txBox="1">
            <a:spLocks noGrp="1"/>
          </p:cNvSpPr>
          <p:nvPr>
            <p:ph type="title"/>
          </p:nvPr>
        </p:nvSpPr>
        <p:spPr>
          <a:xfrm>
            <a:off x="766233" y="304801"/>
            <a:ext cx="10668000" cy="12159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a:solidFill>
                  <a:srgbClr val="FF0000"/>
                </a:solidFill>
                <a:latin typeface="Times New Roman"/>
                <a:ea typeface="Times New Roman"/>
                <a:cs typeface="Times New Roman"/>
                <a:sym typeface="Times New Roman"/>
              </a:rPr>
              <a:t>LITERATURE SURVEY </a:t>
            </a:r>
            <a:endParaRPr sz="2800" b="1">
              <a:solidFill>
                <a:srgbClr val="FF0000"/>
              </a:solidFill>
              <a:latin typeface="Times New Roman"/>
              <a:ea typeface="Times New Roman"/>
              <a:cs typeface="Times New Roman"/>
              <a:sym typeface="Times New Roman"/>
            </a:endParaRPr>
          </a:p>
        </p:txBody>
      </p:sp>
      <p:sp>
        <p:nvSpPr>
          <p:cNvPr id="156" name="Google Shape;156;g37d73033562_0_22"/>
          <p:cNvSpPr txBox="1">
            <a:spLocks noGrp="1"/>
          </p:cNvSpPr>
          <p:nvPr>
            <p:ph type="dt" idx="10"/>
          </p:nvPr>
        </p:nvSpPr>
        <p:spPr>
          <a:xfrm>
            <a:off x="812800" y="6245225"/>
            <a:ext cx="2641500" cy="476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
        <p:nvSpPr>
          <p:cNvPr id="157" name="Google Shape;157;g37d73033562_0_22"/>
          <p:cNvSpPr txBox="1">
            <a:spLocks noGrp="1"/>
          </p:cNvSpPr>
          <p:nvPr>
            <p:ph type="ftr" idx="11"/>
          </p:nvPr>
        </p:nvSpPr>
        <p:spPr>
          <a:xfrm>
            <a:off x="4165600" y="6245225"/>
            <a:ext cx="3860700" cy="476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58" name="Google Shape;158;g37d73033562_0_22"/>
          <p:cNvSpPr txBox="1">
            <a:spLocks noGrp="1"/>
          </p:cNvSpPr>
          <p:nvPr>
            <p:ph type="sldNum" idx="12"/>
          </p:nvPr>
        </p:nvSpPr>
        <p:spPr>
          <a:xfrm>
            <a:off x="8737600" y="6245225"/>
            <a:ext cx="2641500" cy="4764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graphicFrame>
        <p:nvGraphicFramePr>
          <p:cNvPr id="159" name="Google Shape;159;g37d73033562_0_22"/>
          <p:cNvGraphicFramePr/>
          <p:nvPr>
            <p:extLst>
              <p:ext uri="{D42A27DB-BD31-4B8C-83A1-F6EECF244321}">
                <p14:modId xmlns:p14="http://schemas.microsoft.com/office/powerpoint/2010/main" val="1057361957"/>
              </p:ext>
            </p:extLst>
          </p:nvPr>
        </p:nvGraphicFramePr>
        <p:xfrm>
          <a:off x="812800" y="1520701"/>
          <a:ext cx="10566301" cy="4612491"/>
        </p:xfrm>
        <a:graphic>
          <a:graphicData uri="http://schemas.openxmlformats.org/drawingml/2006/table">
            <a:tbl>
              <a:tblPr firstRow="1" bandRow="1">
                <a:noFill/>
                <a:tableStyleId>{5BCCA2ED-61F4-46AA-9B53-6E62A283E16F}</a:tableStyleId>
              </a:tblPr>
              <a:tblGrid>
                <a:gridCol w="2149894">
                  <a:extLst>
                    <a:ext uri="{9D8B030D-6E8A-4147-A177-3AD203B41FA5}">
                      <a16:colId xmlns:a16="http://schemas.microsoft.com/office/drawing/2014/main" val="20000"/>
                    </a:ext>
                  </a:extLst>
                </a:gridCol>
                <a:gridCol w="2782571">
                  <a:extLst>
                    <a:ext uri="{9D8B030D-6E8A-4147-A177-3AD203B41FA5}">
                      <a16:colId xmlns:a16="http://schemas.microsoft.com/office/drawing/2014/main" val="20001"/>
                    </a:ext>
                  </a:extLst>
                </a:gridCol>
                <a:gridCol w="2971511">
                  <a:extLst>
                    <a:ext uri="{9D8B030D-6E8A-4147-A177-3AD203B41FA5}">
                      <a16:colId xmlns:a16="http://schemas.microsoft.com/office/drawing/2014/main" val="20002"/>
                    </a:ext>
                  </a:extLst>
                </a:gridCol>
                <a:gridCol w="2662325">
                  <a:extLst>
                    <a:ext uri="{9D8B030D-6E8A-4147-A177-3AD203B41FA5}">
                      <a16:colId xmlns:a16="http://schemas.microsoft.com/office/drawing/2014/main" val="20003"/>
                    </a:ext>
                  </a:extLst>
                </a:gridCol>
              </a:tblGrid>
              <a:tr h="372104">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Author(s) / Year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Title of the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Methodology / Approach</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Inference</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1953505">
                <a:tc>
                  <a:txBody>
                    <a:bodyPr/>
                    <a:lstStyle/>
                    <a:p>
                      <a:pPr marL="0" marR="0" lvl="0" indent="0" algn="l" rtl="0">
                        <a:spcBef>
                          <a:spcPts val="0"/>
                        </a:spcBef>
                        <a:spcAft>
                          <a:spcPts val="0"/>
                        </a:spcAft>
                        <a:buNone/>
                      </a:pPr>
                      <a:r>
                        <a:rPr lang="en-IN" sz="2000" dirty="0" err="1">
                          <a:latin typeface="Times New Roman" panose="02020603050405020304" pitchFamily="18" charset="0"/>
                          <a:cs typeface="Times New Roman" panose="02020603050405020304" pitchFamily="18" charset="0"/>
                        </a:rPr>
                        <a:t>Breuel</a:t>
                      </a:r>
                      <a:r>
                        <a:rPr lang="en-IN" sz="2000" dirty="0">
                          <a:latin typeface="Times New Roman" panose="02020603050405020304" pitchFamily="18" charset="0"/>
                          <a:cs typeface="Times New Roman" panose="02020603050405020304" pitchFamily="18" charset="0"/>
                        </a:rPr>
                        <a:t> et al. / 2013</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High-Performance OCR for Printed English and Fraktur using LSTM Networks</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Bidirectional LSTM sequence modeling on line images (LSTM-based OCR) replacing heavy feature engineering</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LSTM-based OCR achieves strong robustness on machine-printed text and inspired modern OCR engines for diverse scripts.</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1"/>
                  </a:ext>
                </a:extLst>
              </a:tr>
              <a:tr h="2286882">
                <a:tc>
                  <a:txBody>
                    <a:bodyPr/>
                    <a:lstStyle/>
                    <a:p>
                      <a:pPr marL="0" marR="0" lvl="0" indent="0" algn="l" rtl="0">
                        <a:spcBef>
                          <a:spcPts val="0"/>
                        </a:spcBef>
                        <a:spcAft>
                          <a:spcPts val="0"/>
                        </a:spcAft>
                        <a:buNone/>
                      </a:pPr>
                      <a:r>
                        <a:rPr lang="nb-NO" sz="2000" dirty="0">
                          <a:latin typeface="Times New Roman" panose="02020603050405020304" pitchFamily="18" charset="0"/>
                          <a:cs typeface="Times New Roman" panose="02020603050405020304" pitchFamily="18" charset="0"/>
                        </a:rPr>
                        <a:t>Akshay Sh. et al. / 2014</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An Assistive Reading System for Visually Impaired using OCR and TTS</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System integration study: camera-based image capture → OCR → TTS</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Demonstrates a practical assistive pipeline; highlights usability and integration issues rather than novel OCR/TTS algorithms.</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736599" y="211904"/>
            <a:ext cx="10668000" cy="66155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200" b="1" dirty="0">
                <a:solidFill>
                  <a:srgbClr val="FF0000"/>
                </a:solidFill>
                <a:latin typeface="Times New Roman"/>
                <a:ea typeface="Times New Roman"/>
                <a:cs typeface="Times New Roman"/>
                <a:sym typeface="Times New Roman"/>
              </a:rPr>
              <a:t>LITERATURE SURVEY </a:t>
            </a:r>
            <a:endParaRPr sz="2800" b="1" dirty="0">
              <a:solidFill>
                <a:srgbClr val="FF0000"/>
              </a:solidFill>
              <a:latin typeface="Times New Roman"/>
              <a:ea typeface="Times New Roman"/>
              <a:cs typeface="Times New Roman"/>
              <a:sym typeface="Times New Roman"/>
            </a:endParaRPr>
          </a:p>
        </p:txBody>
      </p:sp>
      <p:graphicFrame>
        <p:nvGraphicFramePr>
          <p:cNvPr id="165" name="Google Shape;165;p8"/>
          <p:cNvGraphicFramePr/>
          <p:nvPr>
            <p:extLst>
              <p:ext uri="{D42A27DB-BD31-4B8C-83A1-F6EECF244321}">
                <p14:modId xmlns:p14="http://schemas.microsoft.com/office/powerpoint/2010/main" val="1942638980"/>
              </p:ext>
            </p:extLst>
          </p:nvPr>
        </p:nvGraphicFramePr>
        <p:xfrm>
          <a:off x="812800" y="1802280"/>
          <a:ext cx="10617200" cy="4206270"/>
        </p:xfrm>
        <a:graphic>
          <a:graphicData uri="http://schemas.openxmlformats.org/drawingml/2006/table">
            <a:tbl>
              <a:tblPr firstRow="1" bandRow="1">
                <a:noFill/>
                <a:tableStyleId>{5BCCA2ED-61F4-46AA-9B53-6E62A283E16F}</a:tableStyleId>
              </a:tblPr>
              <a:tblGrid>
                <a:gridCol w="2160250">
                  <a:extLst>
                    <a:ext uri="{9D8B030D-6E8A-4147-A177-3AD203B41FA5}">
                      <a16:colId xmlns:a16="http://schemas.microsoft.com/office/drawing/2014/main" val="20000"/>
                    </a:ext>
                  </a:extLst>
                </a:gridCol>
                <a:gridCol w="2795975">
                  <a:extLst>
                    <a:ext uri="{9D8B030D-6E8A-4147-A177-3AD203B41FA5}">
                      <a16:colId xmlns:a16="http://schemas.microsoft.com/office/drawing/2014/main" val="20001"/>
                    </a:ext>
                  </a:extLst>
                </a:gridCol>
                <a:gridCol w="2985825">
                  <a:extLst>
                    <a:ext uri="{9D8B030D-6E8A-4147-A177-3AD203B41FA5}">
                      <a16:colId xmlns:a16="http://schemas.microsoft.com/office/drawing/2014/main" val="20002"/>
                    </a:ext>
                  </a:extLst>
                </a:gridCol>
                <a:gridCol w="2675150">
                  <a:extLst>
                    <a:ext uri="{9D8B030D-6E8A-4147-A177-3AD203B41FA5}">
                      <a16:colId xmlns:a16="http://schemas.microsoft.com/office/drawing/2014/main" val="20003"/>
                    </a:ext>
                  </a:extLst>
                </a:gridCol>
              </a:tblGrid>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Author(s) / Year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Title of the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Methodology / Approach</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Inference</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399125">
                <a:tc>
                  <a:txBody>
                    <a:bodyPr/>
                    <a:lstStyle/>
                    <a:p>
                      <a:pPr marL="0" marR="0" lvl="0" indent="0" algn="l" rtl="0">
                        <a:spcBef>
                          <a:spcPts val="0"/>
                        </a:spcBef>
                        <a:spcAft>
                          <a:spcPts val="0"/>
                        </a:spcAft>
                        <a:buNone/>
                      </a:pPr>
                      <a:r>
                        <a:rPr lang="en-IN" sz="2000" dirty="0">
                          <a:latin typeface="Times New Roman" panose="02020603050405020304" pitchFamily="18" charset="0"/>
                          <a:cs typeface="Times New Roman" panose="02020603050405020304" pitchFamily="18" charset="0"/>
                        </a:rPr>
                        <a:t>Shen et al. / 2017</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Natural TTS Synthesis by Conditioning </a:t>
                      </a:r>
                      <a:r>
                        <a:rPr lang="en-US" sz="2000" dirty="0" err="1">
                          <a:latin typeface="Times New Roman" panose="02020603050405020304" pitchFamily="18" charset="0"/>
                          <a:cs typeface="Times New Roman" panose="02020603050405020304" pitchFamily="18" charset="0"/>
                        </a:rPr>
                        <a:t>WaveNet</a:t>
                      </a:r>
                      <a:r>
                        <a:rPr lang="en-US" sz="2000" dirty="0">
                          <a:latin typeface="Times New Roman" panose="02020603050405020304" pitchFamily="18" charset="0"/>
                          <a:cs typeface="Times New Roman" panose="02020603050405020304" pitchFamily="18" charset="0"/>
                        </a:rPr>
                        <a:t> on Mel Spectrogram Predictions</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panose="02020603050405020304" pitchFamily="18" charset="0"/>
                          <a:ea typeface="Times New Roman"/>
                          <a:cs typeface="Times New Roman" panose="02020603050405020304" pitchFamily="18" charset="0"/>
                          <a:sym typeface="Times New Roman"/>
                        </a:rPr>
                        <a:t>Designed a custom model using the self-attention mechanism, the core component of transformers.</a:t>
                      </a:r>
                      <a:endParaRPr sz="200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ea typeface="Times New Roman"/>
                          <a:cs typeface="Times New Roman" panose="02020603050405020304" pitchFamily="18" charset="0"/>
                          <a:sym typeface="Times New Roman"/>
                        </a:rPr>
                        <a:t>Showcased that even custom-built attention models can achieve competitive results, highlighting the power of the mechanism itself.</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000">
                          <a:latin typeface="Times New Roman" panose="02020603050405020304" pitchFamily="18" charset="0"/>
                          <a:ea typeface="Times New Roman"/>
                          <a:cs typeface="Times New Roman" panose="02020603050405020304" pitchFamily="18" charset="0"/>
                          <a:sym typeface="Times New Roman"/>
                        </a:rPr>
                        <a:t>Agrawal, S., &amp; Awekar, A. (2018)</a:t>
                      </a:r>
                      <a:endParaRPr sz="200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a:latin typeface="Times New Roman" panose="02020603050405020304" pitchFamily="18" charset="0"/>
                          <a:ea typeface="Times New Roman"/>
                          <a:cs typeface="Times New Roman" panose="02020603050405020304" pitchFamily="18" charset="0"/>
                          <a:sym typeface="Times New Roman"/>
                        </a:rPr>
                        <a:t>Deep Learning for Cyberbullying Detection</a:t>
                      </a:r>
                      <a:endParaRPr sz="200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err="1">
                          <a:latin typeface="Times New Roman" panose="02020603050405020304" pitchFamily="18" charset="0"/>
                          <a:cs typeface="Times New Roman" panose="02020603050405020304" pitchFamily="18" charset="0"/>
                        </a:rPr>
                        <a:t>Tacotron</a:t>
                      </a:r>
                      <a:r>
                        <a:rPr lang="en-US" sz="2000" dirty="0">
                          <a:latin typeface="Times New Roman" panose="02020603050405020304" pitchFamily="18" charset="0"/>
                          <a:cs typeface="Times New Roman" panose="02020603050405020304" pitchFamily="18" charset="0"/>
                        </a:rPr>
                        <a:t> 2 pipeline (seq2seq mel prediction + </a:t>
                      </a:r>
                      <a:r>
                        <a:rPr lang="en-US" sz="2000" dirty="0" err="1">
                          <a:latin typeface="Times New Roman" panose="02020603050405020304" pitchFamily="18" charset="0"/>
                          <a:cs typeface="Times New Roman" panose="02020603050405020304" pitchFamily="18" charset="0"/>
                        </a:rPr>
                        <a:t>WaveNet</a:t>
                      </a:r>
                      <a:r>
                        <a:rPr lang="en-US" sz="2000" dirty="0">
                          <a:latin typeface="Times New Roman" panose="02020603050405020304" pitchFamily="18" charset="0"/>
                          <a:cs typeface="Times New Roman" panose="02020603050405020304" pitchFamily="18" charset="0"/>
                        </a:rPr>
                        <a:t> vocoder) for high-quality, near-human speech.</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None/>
                      </a:pPr>
                      <a:r>
                        <a:rPr lang="en-US" sz="2000" dirty="0">
                          <a:latin typeface="Times New Roman" panose="02020603050405020304" pitchFamily="18" charset="0"/>
                          <a:cs typeface="Times New Roman" panose="02020603050405020304" pitchFamily="18" charset="0"/>
                        </a:rPr>
                        <a:t>Produced state-of-the-art naturalness and is widely adopted/replicated for multi-language TTS systems. </a:t>
                      </a:r>
                      <a:endParaRPr sz="2000"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extLst>
                  <a:ext uri="{0D108BD9-81ED-4DB2-BD59-A6C34878D82A}">
                    <a16:rowId xmlns:a16="http://schemas.microsoft.com/office/drawing/2014/main" val="10002"/>
                  </a:ext>
                </a:extLst>
              </a:tr>
            </a:tbl>
          </a:graphicData>
        </a:graphic>
      </p:graphicFrame>
      <p:sp>
        <p:nvSpPr>
          <p:cNvPr id="166" name="Google Shape;166;p8"/>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
        <p:nvSpPr>
          <p:cNvPr id="167" name="Google Shape;167;p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68" name="Google Shape;168;p8"/>
          <p:cNvSpPr txBox="1">
            <a:spLocks noGrp="1"/>
          </p:cNvSpPr>
          <p:nvPr>
            <p:ph type="sldNum" idx="12"/>
          </p:nvPr>
        </p:nvSpPr>
        <p:spPr>
          <a:xfrm>
            <a:off x="8737600" y="6245225"/>
            <a:ext cx="2641500" cy="4764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4436-1CE0-ECAF-7D58-6638B9716398}"/>
              </a:ext>
            </a:extLst>
          </p:cNvPr>
          <p:cNvSpPr>
            <a:spLocks noGrp="1"/>
          </p:cNvSpPr>
          <p:nvPr>
            <p:ph type="title"/>
          </p:nvPr>
        </p:nvSpPr>
        <p:spPr/>
        <p:txBody>
          <a:bodyPr/>
          <a:lstStyle/>
          <a:p>
            <a:pPr algn="ctr"/>
            <a:r>
              <a:rPr lang="en-US" sz="4000" b="1" dirty="0">
                <a:solidFill>
                  <a:srgbClr val="FF0000"/>
                </a:solidFill>
                <a:latin typeface="Times New Roman"/>
                <a:ea typeface="Times New Roman"/>
                <a:cs typeface="Times New Roman"/>
                <a:sym typeface="Times New Roman"/>
              </a:rPr>
              <a:t>SOFTWARE REQUIREMENTS </a:t>
            </a:r>
            <a:endParaRPr lang="en-IN" dirty="0"/>
          </a:p>
        </p:txBody>
      </p:sp>
      <p:sp>
        <p:nvSpPr>
          <p:cNvPr id="3" name="Text Placeholder 2">
            <a:extLst>
              <a:ext uri="{FF2B5EF4-FFF2-40B4-BE49-F238E27FC236}">
                <a16:creationId xmlns:a16="http://schemas.microsoft.com/office/drawing/2014/main" id="{8D196E8F-0EA1-736F-7508-A27FE3B0CB62}"/>
              </a:ext>
            </a:extLst>
          </p:cNvPr>
          <p:cNvSpPr>
            <a:spLocks noGrp="1"/>
          </p:cNvSpPr>
          <p:nvPr>
            <p:ph type="body" idx="1"/>
          </p:nvPr>
        </p:nvSpPr>
        <p:spPr/>
        <p:txBody>
          <a:bodyPr/>
          <a:lstStyle/>
          <a:p>
            <a:pPr marL="114300" indent="0">
              <a:buNone/>
            </a:pPr>
            <a:endParaRPr lang="en-IN" dirty="0"/>
          </a:p>
        </p:txBody>
      </p:sp>
      <p:sp>
        <p:nvSpPr>
          <p:cNvPr id="4" name="Slide Number Placeholder 3">
            <a:extLst>
              <a:ext uri="{FF2B5EF4-FFF2-40B4-BE49-F238E27FC236}">
                <a16:creationId xmlns:a16="http://schemas.microsoft.com/office/drawing/2014/main" id="{F01E8083-C32C-E8CE-8396-09705DC64B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graphicFrame>
        <p:nvGraphicFramePr>
          <p:cNvPr id="5" name="Table 4">
            <a:extLst>
              <a:ext uri="{FF2B5EF4-FFF2-40B4-BE49-F238E27FC236}">
                <a16:creationId xmlns:a16="http://schemas.microsoft.com/office/drawing/2014/main" id="{BAFBDD88-5C62-B346-B4A3-AE290F93DDD0}"/>
              </a:ext>
            </a:extLst>
          </p:cNvPr>
          <p:cNvGraphicFramePr>
            <a:graphicFrameLocks noGrp="1"/>
          </p:cNvGraphicFramePr>
          <p:nvPr>
            <p:extLst>
              <p:ext uri="{D42A27DB-BD31-4B8C-83A1-F6EECF244321}">
                <p14:modId xmlns:p14="http://schemas.microsoft.com/office/powerpoint/2010/main" val="2682873815"/>
              </p:ext>
            </p:extLst>
          </p:nvPr>
        </p:nvGraphicFramePr>
        <p:xfrm>
          <a:off x="755651" y="1584801"/>
          <a:ext cx="10678581" cy="5047841"/>
        </p:xfrm>
        <a:graphic>
          <a:graphicData uri="http://schemas.openxmlformats.org/drawingml/2006/table">
            <a:tbl>
              <a:tblPr firstRow="1" bandRow="1">
                <a:tableStyleId>{5BCCA2ED-61F4-46AA-9B53-6E62A283E16F}</a:tableStyleId>
              </a:tblPr>
              <a:tblGrid>
                <a:gridCol w="3559527">
                  <a:extLst>
                    <a:ext uri="{9D8B030D-6E8A-4147-A177-3AD203B41FA5}">
                      <a16:colId xmlns:a16="http://schemas.microsoft.com/office/drawing/2014/main" val="1906986841"/>
                    </a:ext>
                  </a:extLst>
                </a:gridCol>
                <a:gridCol w="3559527">
                  <a:extLst>
                    <a:ext uri="{9D8B030D-6E8A-4147-A177-3AD203B41FA5}">
                      <a16:colId xmlns:a16="http://schemas.microsoft.com/office/drawing/2014/main" val="2476588781"/>
                    </a:ext>
                  </a:extLst>
                </a:gridCol>
                <a:gridCol w="3559527">
                  <a:extLst>
                    <a:ext uri="{9D8B030D-6E8A-4147-A177-3AD203B41FA5}">
                      <a16:colId xmlns:a16="http://schemas.microsoft.com/office/drawing/2014/main" val="4244870470"/>
                    </a:ext>
                  </a:extLst>
                </a:gridCol>
              </a:tblGrid>
              <a:tr h="685542">
                <a:tc>
                  <a:txBody>
                    <a:bodyPr/>
                    <a:lstStyle/>
                    <a:p>
                      <a:r>
                        <a:rPr lang="en-IN" sz="1800" b="1"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rPr>
                        <a:t>SOFTWARE </a:t>
                      </a:r>
                      <a:endParaRPr lang="en-IN" sz="1800" b="0"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endParaRPr>
                    </a:p>
                    <a:p>
                      <a:r>
                        <a:rPr lang="en-IN" sz="1800" b="1"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rPr>
                        <a:t>COMPONENT </a:t>
                      </a:r>
                      <a:r>
                        <a:rPr lang="en-IN" sz="1600" b="0"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rPr>
                        <a:t>	</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800" b="1"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rPr>
                        <a:t>SUGGESTED </a:t>
                      </a:r>
                      <a:endParaRPr lang="en-IN" sz="1800" b="0"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endParaRPr>
                    </a:p>
                    <a:p>
                      <a:r>
                        <a:rPr lang="en-IN" sz="1800" b="1"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rPr>
                        <a:t>VERSION </a:t>
                      </a:r>
                      <a:r>
                        <a:rPr lang="en-IN" sz="1800" b="0"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rPr>
                        <a:t>	</a:t>
                      </a:r>
                    </a:p>
                    <a:p>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1"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rPr>
                        <a:t>PURPOSE </a:t>
                      </a:r>
                      <a:r>
                        <a:rPr lang="en-IN" sz="1800" b="0" i="0" u="none" strike="noStrike" cap="none" baseline="0" dirty="0">
                          <a:solidFill>
                            <a:schemeClr val="lt1"/>
                          </a:solidFill>
                          <a:latin typeface="Times New Roman" panose="02020603050405020304" pitchFamily="18" charset="0"/>
                          <a:ea typeface="Verdana"/>
                          <a:cs typeface="Times New Roman" panose="02020603050405020304" pitchFamily="18" charset="0"/>
                          <a:sym typeface="Arial"/>
                        </a:rPr>
                        <a:t>	</a:t>
                      </a:r>
                    </a:p>
                    <a:p>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1330230"/>
                  </a:ext>
                </a:extLst>
              </a:tr>
              <a:tr h="68554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Python 	</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3.8 or higher 	</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Serves as the core programming language used to integrate OCR, NLP, and TTS modules. 	</a:t>
                      </a:r>
                    </a:p>
                  </a:txBody>
                  <a:tcPr/>
                </a:tc>
                <a:extLst>
                  <a:ext uri="{0D108BD9-81ED-4DB2-BD59-A6C34878D82A}">
                    <a16:rowId xmlns:a16="http://schemas.microsoft.com/office/drawing/2014/main" val="1957982685"/>
                  </a:ext>
                </a:extLst>
              </a:tr>
              <a:tr h="108544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err="1">
                          <a:solidFill>
                            <a:schemeClr val="dk1"/>
                          </a:solidFill>
                          <a:latin typeface="Times New Roman" panose="02020603050405020304" pitchFamily="18" charset="0"/>
                          <a:ea typeface="Verdana"/>
                          <a:cs typeface="Times New Roman" panose="02020603050405020304" pitchFamily="18" charset="0"/>
                          <a:sym typeface="Arial"/>
                        </a:rPr>
                        <a:t>Pytesseract</a:t>
                      </a: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0.3.10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This library acts as the interface between Python and the Tesseract OCR engine, enabling accurate extraction of textual data from input images. 	</a:t>
                      </a:r>
                    </a:p>
                  </a:txBody>
                  <a:tcPr/>
                </a:tc>
                <a:extLst>
                  <a:ext uri="{0D108BD9-81ED-4DB2-BD59-A6C34878D82A}">
                    <a16:rowId xmlns:a16="http://schemas.microsoft.com/office/drawing/2014/main" val="1244439491"/>
                  </a:ext>
                </a:extLst>
              </a:tr>
              <a:tr h="56256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pyttsx3/</a:t>
                      </a:r>
                      <a:r>
                        <a:rPr lang="en-IN" sz="2000" b="0" i="0" u="none" strike="noStrike" cap="none" baseline="0" dirty="0" err="1">
                          <a:solidFill>
                            <a:schemeClr val="dk1"/>
                          </a:solidFill>
                          <a:latin typeface="Times New Roman" panose="02020603050405020304" pitchFamily="18" charset="0"/>
                          <a:ea typeface="Verdana"/>
                          <a:cs typeface="Times New Roman" panose="02020603050405020304" pitchFamily="18" charset="0"/>
                          <a:sym typeface="Arial"/>
                        </a:rPr>
                        <a:t>gTTS</a:t>
                      </a: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 	</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2.90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Converts textual output (original or summarized) into speech. </a:t>
                      </a:r>
                    </a:p>
                  </a:txBody>
                  <a:tcPr/>
                </a:tc>
                <a:extLst>
                  <a:ext uri="{0D108BD9-81ED-4DB2-BD59-A6C34878D82A}">
                    <a16:rowId xmlns:a16="http://schemas.microsoft.com/office/drawing/2014/main" val="3831174708"/>
                  </a:ext>
                </a:extLst>
              </a:tr>
              <a:tr h="68554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Tesseract OCR Engine 	</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5.0.1 	</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It uses neural network-based LSTM models for accurate optical character recognition. </a:t>
                      </a:r>
                    </a:p>
                  </a:txBody>
                  <a:tcPr/>
                </a:tc>
                <a:extLst>
                  <a:ext uri="{0D108BD9-81ED-4DB2-BD59-A6C34878D82A}">
                    <a16:rowId xmlns:a16="http://schemas.microsoft.com/office/drawing/2014/main" val="2522266465"/>
                  </a:ext>
                </a:extLst>
              </a:tr>
              <a:tr h="56256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IDE / Code Editor 	</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Visual Studio Code 1.85+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b="0" i="0" u="none" strike="noStrike" cap="none" baseline="0" dirty="0">
                          <a:solidFill>
                            <a:schemeClr val="dk1"/>
                          </a:solidFill>
                          <a:latin typeface="Times New Roman" panose="02020603050405020304" pitchFamily="18" charset="0"/>
                          <a:ea typeface="Verdana"/>
                          <a:cs typeface="Times New Roman" panose="02020603050405020304" pitchFamily="18" charset="0"/>
                          <a:sym typeface="Arial"/>
                        </a:rPr>
                        <a:t>Provides a user friendly environment for coding. 	</a:t>
                      </a:r>
                    </a:p>
                  </a:txBody>
                  <a:tcPr/>
                </a:tc>
                <a:extLst>
                  <a:ext uri="{0D108BD9-81ED-4DB2-BD59-A6C34878D82A}">
                    <a16:rowId xmlns:a16="http://schemas.microsoft.com/office/drawing/2014/main" val="2180754643"/>
                  </a:ext>
                </a:extLst>
              </a:tr>
            </a:tbl>
          </a:graphicData>
        </a:graphic>
      </p:graphicFrame>
    </p:spTree>
    <p:extLst>
      <p:ext uri="{BB962C8B-B14F-4D97-AF65-F5344CB8AC3E}">
        <p14:creationId xmlns:p14="http://schemas.microsoft.com/office/powerpoint/2010/main" val="260903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B74CB-9BED-E8F5-331E-D8E476AC9079}"/>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SYSTEM ARCHITECTURE</a:t>
            </a:r>
            <a:endParaRPr lang="en-IN" dirty="0"/>
          </a:p>
        </p:txBody>
      </p:sp>
      <p:sp>
        <p:nvSpPr>
          <p:cNvPr id="3" name="Text Placeholder 2">
            <a:extLst>
              <a:ext uri="{FF2B5EF4-FFF2-40B4-BE49-F238E27FC236}">
                <a16:creationId xmlns:a16="http://schemas.microsoft.com/office/drawing/2014/main" id="{ADE870F1-C07E-DB44-329D-9F0CDC6E465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04FEF2-2FB3-69C1-DD1E-3FB905BF88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8" name="Picture 7">
            <a:extLst>
              <a:ext uri="{FF2B5EF4-FFF2-40B4-BE49-F238E27FC236}">
                <a16:creationId xmlns:a16="http://schemas.microsoft.com/office/drawing/2014/main" id="{22E8F915-CC91-4B24-E076-AF27829702FA}"/>
              </a:ext>
            </a:extLst>
          </p:cNvPr>
          <p:cNvPicPr>
            <a:picLocks noChangeAspect="1"/>
          </p:cNvPicPr>
          <p:nvPr/>
        </p:nvPicPr>
        <p:blipFill>
          <a:blip r:embed="rId2"/>
          <a:stretch>
            <a:fillRect/>
          </a:stretch>
        </p:blipFill>
        <p:spPr>
          <a:xfrm>
            <a:off x="766233" y="1752599"/>
            <a:ext cx="7415242" cy="4267199"/>
          </a:xfrm>
          <a:prstGeom prst="rect">
            <a:avLst/>
          </a:prstGeom>
        </p:spPr>
      </p:pic>
    </p:spTree>
    <p:extLst>
      <p:ext uri="{BB962C8B-B14F-4D97-AF65-F5344CB8AC3E}">
        <p14:creationId xmlns:p14="http://schemas.microsoft.com/office/powerpoint/2010/main" val="3424165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4759F-94C7-F660-85FB-0B9790988647}"/>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SYSTEM FLOW DIAGRAM</a:t>
            </a:r>
            <a:endParaRPr lang="en-IN" dirty="0"/>
          </a:p>
        </p:txBody>
      </p:sp>
      <p:sp>
        <p:nvSpPr>
          <p:cNvPr id="3" name="Text Placeholder 2">
            <a:extLst>
              <a:ext uri="{FF2B5EF4-FFF2-40B4-BE49-F238E27FC236}">
                <a16:creationId xmlns:a16="http://schemas.microsoft.com/office/drawing/2014/main" id="{C81EBF82-C2F2-FD6B-20F2-0609164EF0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518096-1A18-B5E9-327E-CE1B8B6876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6" name="Picture 5">
            <a:extLst>
              <a:ext uri="{FF2B5EF4-FFF2-40B4-BE49-F238E27FC236}">
                <a16:creationId xmlns:a16="http://schemas.microsoft.com/office/drawing/2014/main" id="{4972699C-7D43-55DB-B361-299A101572C1}"/>
              </a:ext>
            </a:extLst>
          </p:cNvPr>
          <p:cNvPicPr>
            <a:picLocks noChangeAspect="1"/>
          </p:cNvPicPr>
          <p:nvPr/>
        </p:nvPicPr>
        <p:blipFill>
          <a:blip r:embed="rId2"/>
          <a:stretch>
            <a:fillRect/>
          </a:stretch>
        </p:blipFill>
        <p:spPr>
          <a:xfrm>
            <a:off x="740817" y="1752600"/>
            <a:ext cx="7552952" cy="4267200"/>
          </a:xfrm>
          <a:prstGeom prst="rect">
            <a:avLst/>
          </a:prstGeom>
        </p:spPr>
      </p:pic>
    </p:spTree>
    <p:extLst>
      <p:ext uri="{BB962C8B-B14F-4D97-AF65-F5344CB8AC3E}">
        <p14:creationId xmlns:p14="http://schemas.microsoft.com/office/powerpoint/2010/main" val="323166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52A36-FAC8-E8A2-89E3-5A2661E9B7B7}"/>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PROJECT METHODOLOGIES</a:t>
            </a:r>
            <a:endParaRPr lang="en-IN" dirty="0"/>
          </a:p>
        </p:txBody>
      </p:sp>
      <p:sp>
        <p:nvSpPr>
          <p:cNvPr id="3" name="Text Placeholder 2">
            <a:extLst>
              <a:ext uri="{FF2B5EF4-FFF2-40B4-BE49-F238E27FC236}">
                <a16:creationId xmlns:a16="http://schemas.microsoft.com/office/drawing/2014/main" id="{F0272CDD-820C-0414-AB34-258212E65364}"/>
              </a:ext>
            </a:extLst>
          </p:cNvPr>
          <p:cNvSpPr>
            <a:spLocks noGrp="1"/>
          </p:cNvSpPr>
          <p:nvPr>
            <p:ph type="body" idx="1"/>
          </p:nvPr>
        </p:nvSpPr>
        <p:spPr/>
        <p:txBody>
          <a:bodyPr/>
          <a:lstStyle/>
          <a:p>
            <a:r>
              <a:rPr lang="en-US" sz="2800" dirty="0">
                <a:latin typeface="Times New Roman" panose="02020603050405020304" pitchFamily="18" charset="0"/>
                <a:cs typeface="Times New Roman" panose="02020603050405020304" pitchFamily="18" charset="0"/>
              </a:rPr>
              <a:t>The </a:t>
            </a:r>
            <a:r>
              <a:rPr lang="en-US" sz="2800" i="1" dirty="0">
                <a:latin typeface="Times New Roman" panose="02020603050405020304" pitchFamily="18" charset="0"/>
                <a:cs typeface="Times New Roman" panose="02020603050405020304" pitchFamily="18" charset="0"/>
              </a:rPr>
              <a:t>VisionTalk </a:t>
            </a:r>
            <a:r>
              <a:rPr lang="en-US" sz="2800" dirty="0">
                <a:latin typeface="Times New Roman" panose="02020603050405020304" pitchFamily="18" charset="0"/>
                <a:cs typeface="Times New Roman" panose="02020603050405020304" pitchFamily="18" charset="0"/>
              </a:rPr>
              <a:t>system follows a structured methodology combining Optical Character Recognition (OCR), Natural Language Processing (NLP), and Text-to-Speech (TTS) technologies to achieve intelligent text reading. The process begins with the image acquisition phase, where the user uploads or captures an image containing text. The OCR module, powered by Tesseract, then extracts text from the image by analyzing its pixel patterns and converting them into machine-readable characters. The extracted text is passed to the summarization module, which utilizes NLP algorithms such as </a:t>
            </a:r>
            <a:r>
              <a:rPr lang="en-US" sz="2800" dirty="0" err="1">
                <a:latin typeface="Times New Roman" panose="02020603050405020304" pitchFamily="18" charset="0"/>
                <a:cs typeface="Times New Roman" panose="02020603050405020304" pitchFamily="18" charset="0"/>
              </a:rPr>
              <a:t>LexRank</a:t>
            </a:r>
            <a:r>
              <a:rPr lang="en-US" sz="2800" dirty="0">
                <a:latin typeface="Times New Roman" panose="02020603050405020304" pitchFamily="18" charset="0"/>
                <a:cs typeface="Times New Roman" panose="02020603050405020304" pitchFamily="18" charset="0"/>
              </a:rPr>
              <a:t> or LSA to generate a concise and meaningful summary. </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EDA873F-502C-FE6B-989C-EA6763CAAB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745501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FC9A-4905-D392-2C67-93313E2EBAA8}"/>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MODULES DESCRIPTION</a:t>
            </a:r>
            <a:endParaRPr lang="en-IN" dirty="0"/>
          </a:p>
        </p:txBody>
      </p:sp>
      <p:sp>
        <p:nvSpPr>
          <p:cNvPr id="3" name="Text Placeholder 2">
            <a:extLst>
              <a:ext uri="{FF2B5EF4-FFF2-40B4-BE49-F238E27FC236}">
                <a16:creationId xmlns:a16="http://schemas.microsoft.com/office/drawing/2014/main" id="{1BD46E42-37A6-98C1-5935-B1D51EAECBBB}"/>
              </a:ext>
            </a:extLst>
          </p:cNvPr>
          <p:cNvSpPr>
            <a:spLocks noGrp="1"/>
          </p:cNvSpPr>
          <p:nvPr>
            <p:ph type="body" idx="1"/>
          </p:nvPr>
        </p:nvSpPr>
        <p:spPr/>
        <p:txBody>
          <a:bodyPr/>
          <a:lstStyle/>
          <a:p>
            <a:pPr marL="114300" indent="0">
              <a:buNone/>
            </a:pPr>
            <a:r>
              <a:rPr lang="en-IN" sz="2800" dirty="0">
                <a:latin typeface="Times New Roman" panose="02020603050405020304" pitchFamily="18" charset="0"/>
                <a:cs typeface="Times New Roman" panose="02020603050405020304" pitchFamily="18" charset="0"/>
              </a:rPr>
              <a:t>1)</a:t>
            </a:r>
            <a:r>
              <a:rPr lang="en-IN" sz="2800" b="1" dirty="0">
                <a:latin typeface="Times New Roman" panose="02020603050405020304" pitchFamily="18" charset="0"/>
                <a:cs typeface="Times New Roman" panose="02020603050405020304" pitchFamily="18" charset="0"/>
              </a:rPr>
              <a:t>IMAGE ACQUISITION MODULE </a:t>
            </a:r>
          </a:p>
          <a:p>
            <a:r>
              <a:rPr lang="en-US" sz="2800" dirty="0">
                <a:latin typeface="Times New Roman" panose="02020603050405020304" pitchFamily="18" charset="0"/>
                <a:cs typeface="Times New Roman" panose="02020603050405020304" pitchFamily="18" charset="0"/>
              </a:rPr>
              <a:t>This module serves as the entry point for the system, allowing users to upload or capture images containing text data. It supports multiple formats such as JPG, PNG, and BMP, ensuring flexibility and compatibility. The module also performs basic preprocessing steps like resizing and format validation to maintain input consistency before passing the image to the OCR module. Additionally, it can integrate with a webcam or mobile camera interface for real-time image capture. </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DB55B80-F48A-5CA2-05B9-394499E8B2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1779228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BC88C-B39D-CD6E-516B-8CCAA0552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85532-29C1-47C2-16B7-BB19AE488D9B}"/>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MODULES DESCRIPTION</a:t>
            </a:r>
            <a:endParaRPr lang="en-IN" dirty="0"/>
          </a:p>
        </p:txBody>
      </p:sp>
      <p:sp>
        <p:nvSpPr>
          <p:cNvPr id="3" name="Text Placeholder 2">
            <a:extLst>
              <a:ext uri="{FF2B5EF4-FFF2-40B4-BE49-F238E27FC236}">
                <a16:creationId xmlns:a16="http://schemas.microsoft.com/office/drawing/2014/main" id="{8C28B485-C983-45D8-B121-BE4767D1BDDE}"/>
              </a:ext>
            </a:extLst>
          </p:cNvPr>
          <p:cNvSpPr>
            <a:spLocks noGrp="1"/>
          </p:cNvSpPr>
          <p:nvPr>
            <p:ph type="body" idx="1"/>
          </p:nvPr>
        </p:nvSpPr>
        <p:spPr/>
        <p:txBody>
          <a:bodyPr/>
          <a:lstStyle/>
          <a:p>
            <a:pPr marL="114300" indent="0">
              <a:buNone/>
            </a:pPr>
            <a:r>
              <a:rPr lang="en-IN" sz="2800" b="1" dirty="0">
                <a:latin typeface="Times New Roman" panose="02020603050405020304" pitchFamily="18" charset="0"/>
                <a:cs typeface="Times New Roman" panose="02020603050405020304" pitchFamily="18" charset="0"/>
              </a:rPr>
              <a:t>2) OCR PROCESSING MODULE</a:t>
            </a:r>
          </a:p>
          <a:p>
            <a:pPr marL="114300" indent="0">
              <a:buNone/>
            </a:pP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OCR module is the core component responsible for detecting and extracting text from the input image. It uses the Tesseract OCR engine, which employs image segmentation and pattern recognition techniques to identify characters and words. Preprocessing steps such as grayscale conversion, noise removal, and thresholding improve recognition accuracy. The output of this module is a raw text file that retains the content structure of the original image. </a:t>
            </a:r>
            <a:r>
              <a:rPr lang="en-IN" sz="28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A7C69300-B90D-128B-8862-0C41E1B080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1891185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A3507-94A0-5D87-3D93-DF25F85AE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A5B07-6F6B-481D-746F-5AEC0FA954D1}"/>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MODULES DESCRIPTION</a:t>
            </a:r>
            <a:endParaRPr lang="en-IN" dirty="0"/>
          </a:p>
        </p:txBody>
      </p:sp>
      <p:sp>
        <p:nvSpPr>
          <p:cNvPr id="3" name="Text Placeholder 2">
            <a:extLst>
              <a:ext uri="{FF2B5EF4-FFF2-40B4-BE49-F238E27FC236}">
                <a16:creationId xmlns:a16="http://schemas.microsoft.com/office/drawing/2014/main" id="{AAEEFD24-9D6D-90B2-A427-8A768968B186}"/>
              </a:ext>
            </a:extLst>
          </p:cNvPr>
          <p:cNvSpPr>
            <a:spLocks noGrp="1"/>
          </p:cNvSpPr>
          <p:nvPr>
            <p:ph type="body" idx="1"/>
          </p:nvPr>
        </p:nvSpPr>
        <p:spPr/>
        <p:txBody>
          <a:bodyPr/>
          <a:lstStyle/>
          <a:p>
            <a:pPr marL="114300" indent="0">
              <a:buNone/>
            </a:pPr>
            <a:r>
              <a:rPr lang="en-IN" sz="2800" b="1" dirty="0">
                <a:latin typeface="Times New Roman" panose="02020603050405020304" pitchFamily="18" charset="0"/>
                <a:cs typeface="Times New Roman" panose="02020603050405020304" pitchFamily="18" charset="0"/>
              </a:rPr>
              <a:t>3) TEXT SUMMARIZATION MODULE</a:t>
            </a:r>
          </a:p>
          <a:p>
            <a:pPr marL="114300" indent="0">
              <a:buNone/>
            </a:pP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This module refines the extracted text by applying Natural Language Processing (NLP) algorithms to condense lengthy content into a short, meaningful summary. Techniques like </a:t>
            </a:r>
            <a:r>
              <a:rPr lang="en-US" sz="2800" dirty="0" err="1">
                <a:latin typeface="Times New Roman" panose="02020603050405020304" pitchFamily="18" charset="0"/>
                <a:cs typeface="Times New Roman" panose="02020603050405020304" pitchFamily="18" charset="0"/>
              </a:rPr>
              <a:t>LexRank</a:t>
            </a:r>
            <a:r>
              <a:rPr lang="en-US" sz="2800" dirty="0">
                <a:latin typeface="Times New Roman" panose="02020603050405020304" pitchFamily="18" charset="0"/>
                <a:cs typeface="Times New Roman" panose="02020603050405020304" pitchFamily="18" charset="0"/>
              </a:rPr>
              <a:t>, Luhn, or Latent Semantic Analysis (LSA) are used to identify key sentences based on semantic importance. The module ensures that the summarized output maintains the original context and relevance of the content. </a:t>
            </a:r>
            <a:r>
              <a:rPr lang="en-IN" sz="28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92836B5F-0323-9654-6EB8-E769ECC72B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1619537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1244C-9E7D-6016-DF5D-FB49796B1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F0970-3FE6-6EA3-2E63-DB0EA7E55DE8}"/>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MODULES DESCRIPTION</a:t>
            </a:r>
            <a:endParaRPr lang="en-IN" dirty="0"/>
          </a:p>
        </p:txBody>
      </p:sp>
      <p:sp>
        <p:nvSpPr>
          <p:cNvPr id="3" name="Text Placeholder 2">
            <a:extLst>
              <a:ext uri="{FF2B5EF4-FFF2-40B4-BE49-F238E27FC236}">
                <a16:creationId xmlns:a16="http://schemas.microsoft.com/office/drawing/2014/main" id="{E55F17DF-FB69-7FA2-CF9C-7592A3B39ED6}"/>
              </a:ext>
            </a:extLst>
          </p:cNvPr>
          <p:cNvSpPr>
            <a:spLocks noGrp="1"/>
          </p:cNvSpPr>
          <p:nvPr>
            <p:ph type="body" idx="1"/>
          </p:nvPr>
        </p:nvSpPr>
        <p:spPr/>
        <p:txBody>
          <a:bodyPr/>
          <a:lstStyle/>
          <a:p>
            <a:pPr marL="114300" indent="0">
              <a:buNone/>
            </a:pPr>
            <a:r>
              <a:rPr lang="en-IN" sz="2800" b="1" dirty="0">
                <a:latin typeface="Times New Roman" panose="02020603050405020304" pitchFamily="18" charset="0"/>
                <a:cs typeface="Times New Roman" panose="02020603050405020304" pitchFamily="18" charset="0"/>
              </a:rPr>
              <a:t>4) TEXT TO SPEECH MODULE </a:t>
            </a:r>
          </a:p>
          <a:p>
            <a:pPr marL="114300" indent="0">
              <a:buNone/>
            </a:pP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TTS module converts the summarized text into audible speech using the Pyttsx3 library, which supports offline synthesis and customizable voice options. It enables users to listen to the extracted content, enhancing accessibility for visually impaired individuals. The module can adjust parameters like pitch, rate, and volume for a natural-sounding voice </a:t>
            </a:r>
            <a:r>
              <a:rPr lang="en-US" sz="2800" dirty="0" err="1">
                <a:latin typeface="Times New Roman" panose="02020603050405020304" pitchFamily="18" charset="0"/>
                <a:cs typeface="Times New Roman" panose="02020603050405020304" pitchFamily="18" charset="0"/>
              </a:rPr>
              <a:t>output.Additionally</a:t>
            </a:r>
            <a:r>
              <a:rPr lang="en-US" sz="2800" dirty="0">
                <a:latin typeface="Times New Roman" panose="02020603050405020304" pitchFamily="18" charset="0"/>
                <a:cs typeface="Times New Roman" panose="02020603050405020304" pitchFamily="18" charset="0"/>
              </a:rPr>
              <a:t>, it supports multi-language text synthesis for broader usability. </a:t>
            </a:r>
            <a:r>
              <a:rPr lang="en-IN" sz="28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B1EDA4F4-6FA5-2130-E979-B71AD08393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734793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44C00-C773-A4DC-3231-BD69ED62147C}"/>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RESULT</a:t>
            </a:r>
            <a:endParaRPr lang="en-IN" dirty="0"/>
          </a:p>
        </p:txBody>
      </p:sp>
      <p:sp>
        <p:nvSpPr>
          <p:cNvPr id="3" name="Text Placeholder 2">
            <a:extLst>
              <a:ext uri="{FF2B5EF4-FFF2-40B4-BE49-F238E27FC236}">
                <a16:creationId xmlns:a16="http://schemas.microsoft.com/office/drawing/2014/main" id="{ED8B942F-E0B4-A92A-D848-C4C750166C1A}"/>
              </a:ext>
            </a:extLst>
          </p:cNvPr>
          <p:cNvSpPr>
            <a:spLocks noGrp="1"/>
          </p:cNvSpPr>
          <p:nvPr>
            <p:ph type="body" idx="1"/>
          </p:nvPr>
        </p:nvSpPr>
        <p:spPr/>
        <p:txBody>
          <a:bodyPr/>
          <a:lstStyle/>
          <a:p>
            <a:r>
              <a:rPr lang="en-US" sz="2800" dirty="0">
                <a:latin typeface="Times New Roman" panose="02020603050405020304" pitchFamily="18" charset="0"/>
                <a:cs typeface="Times New Roman" panose="02020603050405020304" pitchFamily="18" charset="0"/>
              </a:rPr>
              <a:t>The </a:t>
            </a:r>
            <a:r>
              <a:rPr lang="en-US" sz="2800" i="1" dirty="0">
                <a:latin typeface="Times New Roman" panose="02020603050405020304" pitchFamily="18" charset="0"/>
                <a:cs typeface="Times New Roman" panose="02020603050405020304" pitchFamily="18" charset="0"/>
              </a:rPr>
              <a:t>VisionTalk </a:t>
            </a:r>
            <a:r>
              <a:rPr lang="en-US" sz="2800" dirty="0">
                <a:latin typeface="Times New Roman" panose="02020603050405020304" pitchFamily="18" charset="0"/>
                <a:cs typeface="Times New Roman" panose="02020603050405020304" pitchFamily="18" charset="0"/>
              </a:rPr>
              <a:t>system was evaluated based on its performance in text extraction accuracy, summarization quality, and speech synthesis clarity. The goal was to assess how effectively the system could transform visual data into concise and intelligible auditory output using the integrated OCR, NLP, and TTS modules. The OCR module, developed using the Tesseract OCR engine, was assessed on three different categories of input images — printed documents, scanned documents, and low-light text images. </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BF83A0E-45BD-C566-3A0F-827C9618F5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3391568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8541-7346-6441-1D33-2C82524B3130}"/>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CONCLUSION</a:t>
            </a:r>
            <a:endParaRPr lang="en-IN" dirty="0"/>
          </a:p>
        </p:txBody>
      </p:sp>
      <p:sp>
        <p:nvSpPr>
          <p:cNvPr id="3" name="Text Placeholder 2">
            <a:extLst>
              <a:ext uri="{FF2B5EF4-FFF2-40B4-BE49-F238E27FC236}">
                <a16:creationId xmlns:a16="http://schemas.microsoft.com/office/drawing/2014/main" id="{77B41679-EC11-C115-E52C-941803AC8EC9}"/>
              </a:ext>
            </a:extLst>
          </p:cNvPr>
          <p:cNvSpPr>
            <a:spLocks noGrp="1"/>
          </p:cNvSpPr>
          <p:nvPr>
            <p:ph type="body" idx="1"/>
          </p:nvPr>
        </p:nvSpPr>
        <p:spPr/>
        <p:txBody>
          <a:bodyPr/>
          <a:lstStyle/>
          <a:p>
            <a:r>
              <a:rPr lang="en-US" sz="2800" dirty="0">
                <a:latin typeface="Times New Roman" panose="02020603050405020304" pitchFamily="18" charset="0"/>
                <a:cs typeface="Times New Roman" panose="02020603050405020304" pitchFamily="18" charset="0"/>
              </a:rPr>
              <a:t>The </a:t>
            </a:r>
            <a:r>
              <a:rPr lang="en-US" sz="2800" i="1" dirty="0">
                <a:latin typeface="Times New Roman" panose="02020603050405020304" pitchFamily="18" charset="0"/>
                <a:cs typeface="Times New Roman" panose="02020603050405020304" pitchFamily="18" charset="0"/>
              </a:rPr>
              <a:t>VisionTalk </a:t>
            </a:r>
            <a:r>
              <a:rPr lang="en-US" sz="2800" dirty="0">
                <a:latin typeface="Times New Roman" panose="02020603050405020304" pitchFamily="18" charset="0"/>
                <a:cs typeface="Times New Roman" panose="02020603050405020304" pitchFamily="18" charset="0"/>
              </a:rPr>
              <a:t>system successfully integrates Optical Character Recognition (OCR), Natural Language Processing (NLP), and Text-to-Speech (TTS) technologies into a unified platform that transforms image-based text into meaningful spoken output. Through its modular design, the system efficiently extracts, summarizes, and vocalizes text, providing a valuable tool for users with visual impairments and those seeking automated reading </a:t>
            </a:r>
            <a:r>
              <a:rPr lang="en-US" sz="2800" dirty="0" err="1">
                <a:latin typeface="Times New Roman" panose="02020603050405020304" pitchFamily="18" charset="0"/>
                <a:cs typeface="Times New Roman" panose="02020603050405020304" pitchFamily="18" charset="0"/>
              </a:rPr>
              <a:t>assistance.The</a:t>
            </a:r>
            <a:r>
              <a:rPr lang="en-US" sz="2800" dirty="0">
                <a:latin typeface="Times New Roman" panose="02020603050405020304" pitchFamily="18" charset="0"/>
                <a:cs typeface="Times New Roman" panose="02020603050405020304" pitchFamily="18" charset="0"/>
              </a:rPr>
              <a:t> combination of Tesseract OCR, Sumy summarization, and Pyttsx3 voice synthesis ensures reliable accuracy, meaningful content condensation, and natural audio output. </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82AD80F-F369-377C-4E8F-F4B074C938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1403971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15EC-95DF-035A-81C8-AA8EB4EC4F1C}"/>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FUTURE WORK</a:t>
            </a:r>
            <a:endParaRPr lang="en-IN" dirty="0"/>
          </a:p>
        </p:txBody>
      </p:sp>
      <p:sp>
        <p:nvSpPr>
          <p:cNvPr id="3" name="Text Placeholder 2">
            <a:extLst>
              <a:ext uri="{FF2B5EF4-FFF2-40B4-BE49-F238E27FC236}">
                <a16:creationId xmlns:a16="http://schemas.microsoft.com/office/drawing/2014/main" id="{2DF32CF6-F515-4F3C-F9E3-033E62D6B0F7}"/>
              </a:ext>
            </a:extLst>
          </p:cNvPr>
          <p:cNvSpPr>
            <a:spLocks noGrp="1"/>
          </p:cNvSpPr>
          <p:nvPr>
            <p:ph type="body" idx="1"/>
          </p:nvPr>
        </p:nvSpPr>
        <p:spPr/>
        <p:txBody>
          <a:bodyPr/>
          <a:lstStyle/>
          <a:p>
            <a:r>
              <a:rPr lang="en-US" sz="2800" dirty="0">
                <a:latin typeface="Times New Roman" panose="02020603050405020304" pitchFamily="18" charset="0"/>
                <a:cs typeface="Times New Roman" panose="02020603050405020304" pitchFamily="18" charset="0"/>
              </a:rPr>
              <a:t>Future enhancements to the </a:t>
            </a:r>
            <a:r>
              <a:rPr lang="en-US" sz="2800" i="1" dirty="0">
                <a:latin typeface="Times New Roman" panose="02020603050405020304" pitchFamily="18" charset="0"/>
                <a:cs typeface="Times New Roman" panose="02020603050405020304" pitchFamily="18" charset="0"/>
              </a:rPr>
              <a:t>VisionTalk </a:t>
            </a:r>
            <a:r>
              <a:rPr lang="en-US" sz="2800" dirty="0">
                <a:latin typeface="Times New Roman" panose="02020603050405020304" pitchFamily="18" charset="0"/>
                <a:cs typeface="Times New Roman" panose="02020603050405020304" pitchFamily="18" charset="0"/>
              </a:rPr>
              <a:t>system will focus on improving the accuracy, scalability, and accessibility of the application. Deep learning-based OCR models such as EAST or CRAFT can be integrated to better recognize handwritten and complex text patterns. The summarization process can be enhanced using transformer-based models like BERT or T5 for context-aware, abstractive summaries.</a:t>
            </a:r>
            <a:r>
              <a:rPr lang="en-US" dirty="0"/>
              <a:t> </a:t>
            </a:r>
            <a:r>
              <a:rPr lang="en-US" sz="2800" dirty="0">
                <a:latin typeface="Times New Roman" panose="02020603050405020304" pitchFamily="18" charset="0"/>
                <a:cs typeface="Times New Roman" panose="02020603050405020304" pitchFamily="18" charset="0"/>
              </a:rPr>
              <a:t>Additionally, integrating cloud deployment with API-based access can allow real-time processing and multi-device usability.</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3146DD9-131C-910A-4F0C-30E517FE61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903725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E3EFD-687A-FC11-E7AC-671447230869}"/>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REFERENCES</a:t>
            </a:r>
            <a:endParaRPr lang="en-IN" dirty="0"/>
          </a:p>
        </p:txBody>
      </p:sp>
      <p:sp>
        <p:nvSpPr>
          <p:cNvPr id="3" name="Text Placeholder 2">
            <a:extLst>
              <a:ext uri="{FF2B5EF4-FFF2-40B4-BE49-F238E27FC236}">
                <a16:creationId xmlns:a16="http://schemas.microsoft.com/office/drawing/2014/main" id="{331CBD91-4B20-146B-2899-19D4F88EBA20}"/>
              </a:ext>
            </a:extLst>
          </p:cNvPr>
          <p:cNvSpPr>
            <a:spLocks noGrp="1"/>
          </p:cNvSpPr>
          <p:nvPr>
            <p:ph type="body" idx="1"/>
          </p:nvPr>
        </p:nvSpPr>
        <p:spPr/>
        <p:txBody>
          <a:bodyPr/>
          <a:lstStyle/>
          <a:p>
            <a:r>
              <a:rPr lang="en-US" sz="2000" dirty="0">
                <a:latin typeface="Times New Roman" panose="02020603050405020304" pitchFamily="18" charset="0"/>
                <a:cs typeface="Times New Roman" panose="02020603050405020304" pitchFamily="18" charset="0"/>
              </a:rPr>
              <a:t>[1] R. Smith, “An Overview of the Tesseract OCR Engine,” </a:t>
            </a:r>
            <a:r>
              <a:rPr lang="en-US" sz="2000" i="1" dirty="0">
                <a:latin typeface="Times New Roman" panose="02020603050405020304" pitchFamily="18" charset="0"/>
                <a:cs typeface="Times New Roman" panose="02020603050405020304" pitchFamily="18" charset="0"/>
              </a:rPr>
              <a:t>Proceedings of the Ninth International Conference on Document Analysis and Recognition (ICDAR)</a:t>
            </a:r>
            <a:r>
              <a:rPr lang="en-US" sz="2000" dirty="0">
                <a:latin typeface="Times New Roman" panose="02020603050405020304" pitchFamily="18" charset="0"/>
                <a:cs typeface="Times New Roman" panose="02020603050405020304" pitchFamily="18" charset="0"/>
              </a:rPr>
              <a:t>, vol. 2, pp. 629–633, 2007. </a:t>
            </a:r>
          </a:p>
          <a:p>
            <a:r>
              <a:rPr lang="en-US" sz="2000" dirty="0">
                <a:latin typeface="Times New Roman" panose="02020603050405020304" pitchFamily="18" charset="0"/>
                <a:cs typeface="Times New Roman" panose="02020603050405020304" pitchFamily="18" charset="0"/>
              </a:rPr>
              <a:t>[2] H. Sak, A. Senior, and F. </a:t>
            </a:r>
            <a:r>
              <a:rPr lang="en-US" sz="2000" dirty="0" err="1">
                <a:latin typeface="Times New Roman" panose="02020603050405020304" pitchFamily="18" charset="0"/>
                <a:cs typeface="Times New Roman" panose="02020603050405020304" pitchFamily="18" charset="0"/>
              </a:rPr>
              <a:t>Beaufays</a:t>
            </a:r>
            <a:r>
              <a:rPr lang="en-US" sz="2000" dirty="0">
                <a:latin typeface="Times New Roman" panose="02020603050405020304" pitchFamily="18" charset="0"/>
                <a:cs typeface="Times New Roman" panose="02020603050405020304" pitchFamily="18" charset="0"/>
              </a:rPr>
              <a:t>, “Long Short-Term Memory Based Recurrent Neural Network Architectures for Large Vocabulary Speech Recognition,” </a:t>
            </a:r>
            <a:r>
              <a:rPr lang="en-US" sz="2000" i="1" dirty="0" err="1">
                <a:latin typeface="Times New Roman" panose="02020603050405020304" pitchFamily="18" charset="0"/>
                <a:cs typeface="Times New Roman" panose="02020603050405020304" pitchFamily="18" charset="0"/>
              </a:rPr>
              <a:t>arXiv</a:t>
            </a:r>
            <a:r>
              <a:rPr lang="en-US" sz="2000" i="1" dirty="0">
                <a:latin typeface="Times New Roman" panose="02020603050405020304" pitchFamily="18" charset="0"/>
                <a:cs typeface="Times New Roman" panose="02020603050405020304" pitchFamily="18" charset="0"/>
              </a:rPr>
              <a:t> preprint arXiv:1402.1128</a:t>
            </a:r>
            <a:r>
              <a:rPr lang="en-US" sz="2000" dirty="0">
                <a:latin typeface="Times New Roman" panose="02020603050405020304" pitchFamily="18" charset="0"/>
                <a:cs typeface="Times New Roman" panose="02020603050405020304" pitchFamily="18" charset="0"/>
              </a:rPr>
              <a:t>, 2014. </a:t>
            </a:r>
          </a:p>
          <a:p>
            <a:r>
              <a:rPr lang="en-US" sz="2000" dirty="0">
                <a:latin typeface="Times New Roman" panose="02020603050405020304" pitchFamily="18" charset="0"/>
                <a:cs typeface="Times New Roman" panose="02020603050405020304" pitchFamily="18" charset="0"/>
              </a:rPr>
              <a:t>[3] G. Erkan and D. R. Radev, “</a:t>
            </a:r>
            <a:r>
              <a:rPr lang="en-US" sz="2000" dirty="0" err="1">
                <a:latin typeface="Times New Roman" panose="02020603050405020304" pitchFamily="18" charset="0"/>
                <a:cs typeface="Times New Roman" panose="02020603050405020304" pitchFamily="18" charset="0"/>
              </a:rPr>
              <a:t>LexRank</a:t>
            </a:r>
            <a:r>
              <a:rPr lang="en-US" sz="2000" dirty="0">
                <a:latin typeface="Times New Roman" panose="02020603050405020304" pitchFamily="18" charset="0"/>
                <a:cs typeface="Times New Roman" panose="02020603050405020304" pitchFamily="18" charset="0"/>
              </a:rPr>
              <a:t>: Graph-based Lexical Centrality as Salience in Text Summarization,” </a:t>
            </a:r>
            <a:r>
              <a:rPr lang="en-US" sz="2000" i="1" dirty="0">
                <a:latin typeface="Times New Roman" panose="02020603050405020304" pitchFamily="18" charset="0"/>
                <a:cs typeface="Times New Roman" panose="02020603050405020304" pitchFamily="18" charset="0"/>
              </a:rPr>
              <a:t>Journal of Artificial Intelligence Research</a:t>
            </a:r>
            <a:r>
              <a:rPr lang="en-US" sz="2000" dirty="0">
                <a:latin typeface="Times New Roman" panose="02020603050405020304" pitchFamily="18" charset="0"/>
                <a:cs typeface="Times New Roman" panose="02020603050405020304" pitchFamily="18" charset="0"/>
              </a:rPr>
              <a:t>, vol. 22, pp. 457–479, 2004.</a:t>
            </a:r>
          </a:p>
          <a:p>
            <a:r>
              <a:rPr lang="en-US" sz="2000" dirty="0">
                <a:latin typeface="Times New Roman" panose="02020603050405020304" pitchFamily="18" charset="0"/>
                <a:cs typeface="Times New Roman" panose="02020603050405020304" pitchFamily="18" charset="0"/>
              </a:rPr>
              <a:t>[4] H. P. Luhn, “The Automatic Creation of Literature Abstracts,” </a:t>
            </a:r>
            <a:r>
              <a:rPr lang="en-US" sz="2000" i="1" dirty="0">
                <a:latin typeface="Times New Roman" panose="02020603050405020304" pitchFamily="18" charset="0"/>
                <a:cs typeface="Times New Roman" panose="02020603050405020304" pitchFamily="18" charset="0"/>
              </a:rPr>
              <a:t>IBM Journal of Research and Development</a:t>
            </a:r>
            <a:r>
              <a:rPr lang="en-US" sz="2000" dirty="0">
                <a:latin typeface="Times New Roman" panose="02020603050405020304" pitchFamily="18" charset="0"/>
                <a:cs typeface="Times New Roman" panose="02020603050405020304" pitchFamily="18" charset="0"/>
              </a:rPr>
              <a:t>, vol. 2, no. 2, pp. 159–165, Apr. 1958. </a:t>
            </a:r>
          </a:p>
          <a:p>
            <a:r>
              <a:rPr lang="en-US" sz="2000" dirty="0">
                <a:latin typeface="Times New Roman" panose="02020603050405020304" pitchFamily="18" charset="0"/>
                <a:cs typeface="Times New Roman" panose="02020603050405020304" pitchFamily="18" charset="0"/>
              </a:rPr>
              <a:t>[5] S. Bird, E. Klein, and E. Loper, </a:t>
            </a:r>
            <a:r>
              <a:rPr lang="en-US" sz="2000" i="1" dirty="0">
                <a:latin typeface="Times New Roman" panose="02020603050405020304" pitchFamily="18" charset="0"/>
                <a:cs typeface="Times New Roman" panose="02020603050405020304" pitchFamily="18" charset="0"/>
              </a:rPr>
              <a:t>Natural Language Processing with Python</a:t>
            </a:r>
            <a:r>
              <a:rPr lang="en-US" sz="2000" dirty="0">
                <a:latin typeface="Times New Roman" panose="02020603050405020304" pitchFamily="18" charset="0"/>
                <a:cs typeface="Times New Roman" panose="02020603050405020304" pitchFamily="18" charset="0"/>
              </a:rPr>
              <a:t>, O’Reilly Media, 2009.</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713767E-46F1-B307-8B7A-463DF60202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2585220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5D8EC-38D3-C612-7A66-551E39C6F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626F3-C5F9-9B6D-213D-321D6162379C}"/>
              </a:ext>
            </a:extLst>
          </p:cNvPr>
          <p:cNvSpPr>
            <a:spLocks noGrp="1"/>
          </p:cNvSpPr>
          <p:nvPr>
            <p:ph type="title"/>
          </p:nvPr>
        </p:nvSpPr>
        <p:spPr/>
        <p:txBody>
          <a:bodyPr/>
          <a:lstStyle/>
          <a:p>
            <a:pPr algn="ctr"/>
            <a:r>
              <a:rPr lang="en-US" sz="3600" b="1" dirty="0">
                <a:solidFill>
                  <a:srgbClr val="FF0000"/>
                </a:solidFill>
                <a:latin typeface="Times New Roman"/>
                <a:ea typeface="Times New Roman"/>
                <a:cs typeface="Times New Roman"/>
                <a:sym typeface="Times New Roman"/>
              </a:rPr>
              <a:t>REFERENCES</a:t>
            </a:r>
            <a:endParaRPr lang="en-IN" dirty="0"/>
          </a:p>
        </p:txBody>
      </p:sp>
      <p:sp>
        <p:nvSpPr>
          <p:cNvPr id="3" name="Text Placeholder 2">
            <a:extLst>
              <a:ext uri="{FF2B5EF4-FFF2-40B4-BE49-F238E27FC236}">
                <a16:creationId xmlns:a16="http://schemas.microsoft.com/office/drawing/2014/main" id="{1612CE1C-13DE-C72D-D88D-A6CB5876B358}"/>
              </a:ext>
            </a:extLst>
          </p:cNvPr>
          <p:cNvSpPr>
            <a:spLocks noGrp="1"/>
          </p:cNvSpPr>
          <p:nvPr>
            <p:ph type="body" idx="1"/>
          </p:nvPr>
        </p:nvSpPr>
        <p:spPr/>
        <p:txBody>
          <a:bodyPr/>
          <a:lstStyle/>
          <a:p>
            <a:r>
              <a:rPr lang="en-US" sz="2000" dirty="0">
                <a:latin typeface="Times New Roman" panose="02020603050405020304" pitchFamily="18" charset="0"/>
                <a:cs typeface="Times New Roman" panose="02020603050405020304" pitchFamily="18" charset="0"/>
              </a:rPr>
              <a:t>[6] Y. Kim, “Convolutional Neural Networks for Sentence Classification,” </a:t>
            </a:r>
            <a:r>
              <a:rPr lang="en-US" sz="2000" i="1" dirty="0">
                <a:latin typeface="Times New Roman" panose="02020603050405020304" pitchFamily="18" charset="0"/>
                <a:cs typeface="Times New Roman" panose="02020603050405020304" pitchFamily="18" charset="0"/>
              </a:rPr>
              <a:t>Proceedings of the 2014 Conference on Empirical Methods in Natural Language Processing (EMNLP)</a:t>
            </a:r>
            <a:r>
              <a:rPr lang="en-US" sz="2000" dirty="0">
                <a:latin typeface="Times New Roman" panose="02020603050405020304" pitchFamily="18" charset="0"/>
                <a:cs typeface="Times New Roman" panose="02020603050405020304" pitchFamily="18" charset="0"/>
              </a:rPr>
              <a:t>, pp. 1746–1751, 2014. </a:t>
            </a:r>
          </a:p>
          <a:p>
            <a:r>
              <a:rPr lang="en-IN" sz="2000" dirty="0">
                <a:latin typeface="Times New Roman" panose="02020603050405020304" pitchFamily="18" charset="0"/>
                <a:cs typeface="Times New Roman" panose="02020603050405020304" pitchFamily="18" charset="0"/>
              </a:rPr>
              <a:t>[7] M. Schuster and K. K. Paliwal, “Bidirectional Recurrent Neural Networks,” </a:t>
            </a:r>
            <a:r>
              <a:rPr lang="en-IN" sz="2000" i="1" dirty="0">
                <a:latin typeface="Times New Roman" panose="02020603050405020304" pitchFamily="18" charset="0"/>
                <a:cs typeface="Times New Roman" panose="02020603050405020304" pitchFamily="18" charset="0"/>
              </a:rPr>
              <a:t>IEEE Transactions on Signal Processing</a:t>
            </a:r>
            <a:r>
              <a:rPr lang="en-IN" sz="2000" dirty="0">
                <a:latin typeface="Times New Roman" panose="02020603050405020304" pitchFamily="18" charset="0"/>
                <a:cs typeface="Times New Roman" panose="02020603050405020304" pitchFamily="18" charset="0"/>
              </a:rPr>
              <a:t>, vol. 45, no. 11, pp. 2673–2681, Nov. 1997. </a:t>
            </a:r>
          </a:p>
          <a:p>
            <a:r>
              <a:rPr lang="en-IN" sz="2000" dirty="0">
                <a:latin typeface="Times New Roman" panose="02020603050405020304" pitchFamily="18" charset="0"/>
                <a:cs typeface="Times New Roman" panose="02020603050405020304" pitchFamily="18" charset="0"/>
              </a:rPr>
              <a:t>[8] J. Devlin, M. Chang, K. Lee, and K. Toutanova, “BERT: Pre-training of Deep Bidirectional Transformers for Language Understanding,” </a:t>
            </a:r>
            <a:r>
              <a:rPr lang="en-IN" sz="2000" i="1" dirty="0" err="1">
                <a:latin typeface="Times New Roman" panose="02020603050405020304" pitchFamily="18" charset="0"/>
                <a:cs typeface="Times New Roman" panose="02020603050405020304" pitchFamily="18" charset="0"/>
              </a:rPr>
              <a:t>arXiv</a:t>
            </a:r>
            <a:r>
              <a:rPr lang="en-IN" sz="2000" i="1" dirty="0">
                <a:latin typeface="Times New Roman" panose="02020603050405020304" pitchFamily="18" charset="0"/>
                <a:cs typeface="Times New Roman" panose="02020603050405020304" pitchFamily="18" charset="0"/>
              </a:rPr>
              <a:t> preprint arXiv:1810.04805</a:t>
            </a:r>
            <a:r>
              <a:rPr lang="en-IN" sz="2000" dirty="0">
                <a:latin typeface="Times New Roman" panose="02020603050405020304" pitchFamily="18" charset="0"/>
                <a:cs typeface="Times New Roman" panose="02020603050405020304" pitchFamily="18" charset="0"/>
              </a:rPr>
              <a:t>, 2019. </a:t>
            </a:r>
          </a:p>
          <a:p>
            <a:r>
              <a:rPr lang="en-IN" sz="2000" dirty="0">
                <a:latin typeface="Times New Roman" panose="02020603050405020304" pitchFamily="18" charset="0"/>
                <a:cs typeface="Times New Roman" panose="02020603050405020304" pitchFamily="18" charset="0"/>
              </a:rPr>
              <a:t>[9] R. K. Das, “A Review on Optical Character Recognition Techniques,” </a:t>
            </a:r>
            <a:r>
              <a:rPr lang="en-IN" sz="2000" i="1" dirty="0">
                <a:latin typeface="Times New Roman" panose="02020603050405020304" pitchFamily="18" charset="0"/>
                <a:cs typeface="Times New Roman" panose="02020603050405020304" pitchFamily="18" charset="0"/>
              </a:rPr>
              <a:t>International Journal of Computer Applications</a:t>
            </a:r>
            <a:r>
              <a:rPr lang="en-IN" sz="2000" dirty="0">
                <a:latin typeface="Times New Roman" panose="02020603050405020304" pitchFamily="18" charset="0"/>
                <a:cs typeface="Times New Roman" panose="02020603050405020304" pitchFamily="18" charset="0"/>
              </a:rPr>
              <a:t>, vol. 115, no. 6, pp. 23–28, Apr. 2015. </a:t>
            </a:r>
          </a:p>
          <a:p>
            <a:r>
              <a:rPr lang="en-US" sz="2000" dirty="0">
                <a:latin typeface="Times New Roman" panose="02020603050405020304" pitchFamily="18" charset="0"/>
                <a:cs typeface="Times New Roman" panose="02020603050405020304" pitchFamily="18" charset="0"/>
              </a:rPr>
              <a:t>[10] M. Mohanty and S. Kumar, “Text-to-Speech Synthesis: A Review,” </a:t>
            </a:r>
            <a:r>
              <a:rPr lang="en-US" sz="2000" i="1" dirty="0">
                <a:latin typeface="Times New Roman" panose="02020603050405020304" pitchFamily="18" charset="0"/>
                <a:cs typeface="Times New Roman" panose="02020603050405020304" pitchFamily="18" charset="0"/>
              </a:rPr>
              <a:t>International Journal of Computer Applications</a:t>
            </a:r>
            <a:r>
              <a:rPr lang="en-US" sz="2000" dirty="0">
                <a:latin typeface="Times New Roman" panose="02020603050405020304" pitchFamily="18" charset="0"/>
                <a:cs typeface="Times New Roman" panose="02020603050405020304" pitchFamily="18" charset="0"/>
              </a:rPr>
              <a:t>, vol. 162, no. 10, pp. 28–31, Mar. 2017. </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B9F4889-155B-C78A-25B9-29141DBFC7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690380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711200" y="3168074"/>
            <a:ext cx="10668000" cy="1216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a:solidFill>
                  <a:srgbClr val="FF0000"/>
                </a:solidFill>
              </a:rPr>
              <a:t>Thank You</a:t>
            </a:r>
            <a:endParaRPr/>
          </a:p>
        </p:txBody>
      </p:sp>
      <p:sp>
        <p:nvSpPr>
          <p:cNvPr id="174" name="Google Shape;174;p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t>Department of Computer Science and Engineering</a:t>
            </a:r>
            <a:endParaRPr/>
          </a:p>
        </p:txBody>
      </p:sp>
      <p:sp>
        <p:nvSpPr>
          <p:cNvPr id="175" name="Google Shape;175;p9"/>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a:p>
        </p:txBody>
      </p:sp>
      <p:sp>
        <p:nvSpPr>
          <p:cNvPr id="176" name="Google Shape;176;p9"/>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Review</a:t>
            </a:r>
            <a:endParaRPr/>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2234</Words>
  <Application>Microsoft Office PowerPoint</Application>
  <PresentationFormat>Widescreen</PresentationFormat>
  <Paragraphs>172</Paragraphs>
  <Slides>23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Noto Sans Symbols</vt:lpstr>
      <vt:lpstr>Times New Roman</vt:lpstr>
      <vt:lpstr>Verdana</vt:lpstr>
      <vt:lpstr>Profile</vt:lpstr>
      <vt:lpstr>PowerPoint Presentation</vt:lpstr>
      <vt:lpstr>INTRODUCTION</vt:lpstr>
      <vt:lpstr>PROJECT OVERVIEW</vt:lpstr>
      <vt:lpstr>EXISTING SYSTEM</vt:lpstr>
      <vt:lpstr>PROBLEM STATEMENT </vt:lpstr>
      <vt:lpstr>OBJECTIVES AND SCOPE</vt:lpstr>
      <vt:lpstr>LITERATURE SURVEY </vt:lpstr>
      <vt:lpstr>LITERATURE SURVEY </vt:lpstr>
      <vt:lpstr>LITERATURE SURVEY </vt:lpstr>
      <vt:lpstr>SOFTWARE REQUIREMENTS </vt:lpstr>
      <vt:lpstr>SYSTEM ARCHITECTURE</vt:lpstr>
      <vt:lpstr>SYSTEM FLOW DIAGRAM</vt:lpstr>
      <vt:lpstr>PROJECT METHODOLOGIES</vt:lpstr>
      <vt:lpstr>MODULES DESCRIPTION</vt:lpstr>
      <vt:lpstr>MODULES DESCRIPTION</vt:lpstr>
      <vt:lpstr>MODULES DESCRIPTION</vt:lpstr>
      <vt:lpstr>MODULES DESCRIPTION</vt:lpstr>
      <vt:lpstr>RESULT</vt:lpstr>
      <vt:lpstr>CONCLUSION</vt:lpstr>
      <vt:lpstr>FUTURE WORK</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DURAI MURUGAN N</dc:creator>
  <cp:lastModifiedBy>Novin Jeno S</cp:lastModifiedBy>
  <cp:revision>1</cp:revision>
  <dcterms:created xsi:type="dcterms:W3CDTF">2023-08-03T04:32:32Z</dcterms:created>
  <dcterms:modified xsi:type="dcterms:W3CDTF">2025-11-27T13:49:05Z</dcterms:modified>
</cp:coreProperties>
</file>